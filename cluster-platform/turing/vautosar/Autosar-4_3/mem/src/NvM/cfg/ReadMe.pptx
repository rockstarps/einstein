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84" r:id="rId3"/>
    <p:sldId id="285" r:id="rId5"/>
    <p:sldId id="287" r:id="rId6"/>
    <p:sldId id="288" r:id="rId7"/>
    <p:sldId id="289" r:id="rId8"/>
    <p:sldId id="290" r:id="rId9"/>
    <p:sldId id="291" r:id="rId10"/>
    <p:sldId id="268" r:id="rId1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CC5B"/>
    <a:srgbClr val="EDE433"/>
    <a:srgbClr val="85C23C"/>
    <a:srgbClr val="000000"/>
    <a:srgbClr val="D85841"/>
    <a:srgbClr val="F1EB5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8" autoAdjust="0"/>
    <p:restoredTop sz="96552" autoAdjust="0"/>
  </p:normalViewPr>
  <p:slideViewPr>
    <p:cSldViewPr snapToGrid="0">
      <p:cViewPr varScale="1">
        <p:scale>
          <a:sx n="107" d="100"/>
          <a:sy n="107" d="100"/>
        </p:scale>
        <p:origin x="126" y="2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00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BA147E4-5C00-4CC3-BF74-560249838E12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A4DDDE4-9187-44B0-97DD-18729EC05F41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DDDE4-9187-44B0-97DD-18729EC05F41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17"/>
            <a:ext cx="12154139" cy="68324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5099"/>
            <a:ext cx="11360785" cy="1123707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88806"/>
            <a:ext cx="11360785" cy="63524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92465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802" y="6053069"/>
            <a:ext cx="2402393" cy="678792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 userDrawn="1"/>
        </p:nvSpPr>
        <p:spPr>
          <a:xfrm>
            <a:off x="190500" y="6392465"/>
            <a:ext cx="1809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Visteon 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6891" b="29758"/>
          <a:stretch>
            <a:fillRect/>
          </a:stretch>
        </p:blipFill>
        <p:spPr>
          <a:xfrm>
            <a:off x="4238171" y="3009902"/>
            <a:ext cx="7953829" cy="3845717"/>
          </a:xfrm>
          <a:prstGeom prst="rect">
            <a:avLst/>
          </a:prstGeom>
        </p:spPr>
      </p:pic>
      <p:sp>
        <p:nvSpPr>
          <p:cNvPr id="4" name="Freeform 3"/>
          <p:cNvSpPr/>
          <p:nvPr userDrawn="1"/>
        </p:nvSpPr>
        <p:spPr bwMode="white">
          <a:xfrm>
            <a:off x="5885260" y="6431759"/>
            <a:ext cx="423862" cy="431006"/>
          </a:xfrm>
          <a:custGeom>
            <a:avLst/>
            <a:gdLst>
              <a:gd name="connsiteX0" fmla="*/ 0 w 421481"/>
              <a:gd name="connsiteY0" fmla="*/ 357187 h 364331"/>
              <a:gd name="connsiteX1" fmla="*/ 0 w 421481"/>
              <a:gd name="connsiteY1" fmla="*/ 85725 h 364331"/>
              <a:gd name="connsiteX2" fmla="*/ 214312 w 421481"/>
              <a:gd name="connsiteY2" fmla="*/ 0 h 364331"/>
              <a:gd name="connsiteX3" fmla="*/ 409575 w 421481"/>
              <a:gd name="connsiteY3" fmla="*/ 9525 h 364331"/>
              <a:gd name="connsiteX4" fmla="*/ 421481 w 421481"/>
              <a:gd name="connsiteY4" fmla="*/ 233362 h 364331"/>
              <a:gd name="connsiteX5" fmla="*/ 404812 w 421481"/>
              <a:gd name="connsiteY5" fmla="*/ 309562 h 364331"/>
              <a:gd name="connsiteX6" fmla="*/ 240506 w 421481"/>
              <a:gd name="connsiteY6" fmla="*/ 333375 h 364331"/>
              <a:gd name="connsiteX7" fmla="*/ 57150 w 421481"/>
              <a:gd name="connsiteY7" fmla="*/ 364331 h 364331"/>
              <a:gd name="connsiteX8" fmla="*/ 0 w 421481"/>
              <a:gd name="connsiteY8" fmla="*/ 357187 h 364331"/>
              <a:gd name="connsiteX0-1" fmla="*/ 0 w 421481"/>
              <a:gd name="connsiteY0-2" fmla="*/ 369093 h 369093"/>
              <a:gd name="connsiteX1-3" fmla="*/ 0 w 421481"/>
              <a:gd name="connsiteY1-4" fmla="*/ 85725 h 369093"/>
              <a:gd name="connsiteX2-5" fmla="*/ 214312 w 421481"/>
              <a:gd name="connsiteY2-6" fmla="*/ 0 h 369093"/>
              <a:gd name="connsiteX3-7" fmla="*/ 409575 w 421481"/>
              <a:gd name="connsiteY3-8" fmla="*/ 9525 h 369093"/>
              <a:gd name="connsiteX4-9" fmla="*/ 421481 w 421481"/>
              <a:gd name="connsiteY4-10" fmla="*/ 233362 h 369093"/>
              <a:gd name="connsiteX5-11" fmla="*/ 404812 w 421481"/>
              <a:gd name="connsiteY5-12" fmla="*/ 309562 h 369093"/>
              <a:gd name="connsiteX6-13" fmla="*/ 240506 w 421481"/>
              <a:gd name="connsiteY6-14" fmla="*/ 333375 h 369093"/>
              <a:gd name="connsiteX7-15" fmla="*/ 57150 w 421481"/>
              <a:gd name="connsiteY7-16" fmla="*/ 364331 h 369093"/>
              <a:gd name="connsiteX8-17" fmla="*/ 0 w 421481"/>
              <a:gd name="connsiteY8-18" fmla="*/ 369093 h 369093"/>
              <a:gd name="connsiteX0-19" fmla="*/ 0 w 421481"/>
              <a:gd name="connsiteY0-20" fmla="*/ 364330 h 364331"/>
              <a:gd name="connsiteX1-21" fmla="*/ 0 w 421481"/>
              <a:gd name="connsiteY1-22" fmla="*/ 85725 h 364331"/>
              <a:gd name="connsiteX2-23" fmla="*/ 214312 w 421481"/>
              <a:gd name="connsiteY2-24" fmla="*/ 0 h 364331"/>
              <a:gd name="connsiteX3-25" fmla="*/ 409575 w 421481"/>
              <a:gd name="connsiteY3-26" fmla="*/ 9525 h 364331"/>
              <a:gd name="connsiteX4-27" fmla="*/ 421481 w 421481"/>
              <a:gd name="connsiteY4-28" fmla="*/ 233362 h 364331"/>
              <a:gd name="connsiteX5-29" fmla="*/ 404812 w 421481"/>
              <a:gd name="connsiteY5-30" fmla="*/ 309562 h 364331"/>
              <a:gd name="connsiteX6-31" fmla="*/ 240506 w 421481"/>
              <a:gd name="connsiteY6-32" fmla="*/ 333375 h 364331"/>
              <a:gd name="connsiteX7-33" fmla="*/ 57150 w 421481"/>
              <a:gd name="connsiteY7-34" fmla="*/ 364331 h 364331"/>
              <a:gd name="connsiteX8-35" fmla="*/ 0 w 421481"/>
              <a:gd name="connsiteY8-36" fmla="*/ 364330 h 364331"/>
              <a:gd name="connsiteX0-37" fmla="*/ 0 w 421481"/>
              <a:gd name="connsiteY0-38" fmla="*/ 354805 h 354806"/>
              <a:gd name="connsiteX1-39" fmla="*/ 0 w 421481"/>
              <a:gd name="connsiteY1-40" fmla="*/ 76200 h 354806"/>
              <a:gd name="connsiteX2-41" fmla="*/ 214312 w 421481"/>
              <a:gd name="connsiteY2-42" fmla="*/ 7144 h 354806"/>
              <a:gd name="connsiteX3-43" fmla="*/ 409575 w 421481"/>
              <a:gd name="connsiteY3-44" fmla="*/ 0 h 354806"/>
              <a:gd name="connsiteX4-45" fmla="*/ 421481 w 421481"/>
              <a:gd name="connsiteY4-46" fmla="*/ 223837 h 354806"/>
              <a:gd name="connsiteX5-47" fmla="*/ 404812 w 421481"/>
              <a:gd name="connsiteY5-48" fmla="*/ 300037 h 354806"/>
              <a:gd name="connsiteX6-49" fmla="*/ 240506 w 421481"/>
              <a:gd name="connsiteY6-50" fmla="*/ 323850 h 354806"/>
              <a:gd name="connsiteX7-51" fmla="*/ 57150 w 421481"/>
              <a:gd name="connsiteY7-52" fmla="*/ 354806 h 354806"/>
              <a:gd name="connsiteX8-53" fmla="*/ 0 w 421481"/>
              <a:gd name="connsiteY8-54" fmla="*/ 354805 h 354806"/>
              <a:gd name="connsiteX0-55" fmla="*/ 0 w 421481"/>
              <a:gd name="connsiteY0-56" fmla="*/ 354805 h 354806"/>
              <a:gd name="connsiteX1-57" fmla="*/ 2381 w 421481"/>
              <a:gd name="connsiteY1-58" fmla="*/ 85725 h 354806"/>
              <a:gd name="connsiteX2-59" fmla="*/ 214312 w 421481"/>
              <a:gd name="connsiteY2-60" fmla="*/ 7144 h 354806"/>
              <a:gd name="connsiteX3-61" fmla="*/ 409575 w 421481"/>
              <a:gd name="connsiteY3-62" fmla="*/ 0 h 354806"/>
              <a:gd name="connsiteX4-63" fmla="*/ 421481 w 421481"/>
              <a:gd name="connsiteY4-64" fmla="*/ 223837 h 354806"/>
              <a:gd name="connsiteX5-65" fmla="*/ 404812 w 421481"/>
              <a:gd name="connsiteY5-66" fmla="*/ 300037 h 354806"/>
              <a:gd name="connsiteX6-67" fmla="*/ 240506 w 421481"/>
              <a:gd name="connsiteY6-68" fmla="*/ 323850 h 354806"/>
              <a:gd name="connsiteX7-69" fmla="*/ 57150 w 421481"/>
              <a:gd name="connsiteY7-70" fmla="*/ 354806 h 354806"/>
              <a:gd name="connsiteX8-71" fmla="*/ 0 w 421481"/>
              <a:gd name="connsiteY8-72" fmla="*/ 354805 h 354806"/>
              <a:gd name="connsiteX0-73" fmla="*/ 0 w 423862"/>
              <a:gd name="connsiteY0-74" fmla="*/ 431005 h 431006"/>
              <a:gd name="connsiteX1-75" fmla="*/ 2381 w 423862"/>
              <a:gd name="connsiteY1-76" fmla="*/ 161925 h 431006"/>
              <a:gd name="connsiteX2-77" fmla="*/ 214312 w 423862"/>
              <a:gd name="connsiteY2-78" fmla="*/ 83344 h 431006"/>
              <a:gd name="connsiteX3-79" fmla="*/ 423862 w 423862"/>
              <a:gd name="connsiteY3-80" fmla="*/ 0 h 431006"/>
              <a:gd name="connsiteX4-81" fmla="*/ 421481 w 423862"/>
              <a:gd name="connsiteY4-82" fmla="*/ 300037 h 431006"/>
              <a:gd name="connsiteX5-83" fmla="*/ 404812 w 423862"/>
              <a:gd name="connsiteY5-84" fmla="*/ 376237 h 431006"/>
              <a:gd name="connsiteX6-85" fmla="*/ 240506 w 423862"/>
              <a:gd name="connsiteY6-86" fmla="*/ 400050 h 431006"/>
              <a:gd name="connsiteX7-87" fmla="*/ 57150 w 423862"/>
              <a:gd name="connsiteY7-88" fmla="*/ 431006 h 431006"/>
              <a:gd name="connsiteX8-89" fmla="*/ 0 w 423862"/>
              <a:gd name="connsiteY8-90" fmla="*/ 431005 h 431006"/>
              <a:gd name="connsiteX0-91" fmla="*/ 0 w 423862"/>
              <a:gd name="connsiteY0-92" fmla="*/ 431005 h 431006"/>
              <a:gd name="connsiteX1-93" fmla="*/ 2381 w 423862"/>
              <a:gd name="connsiteY1-94" fmla="*/ 161925 h 431006"/>
              <a:gd name="connsiteX2-95" fmla="*/ 209550 w 423862"/>
              <a:gd name="connsiteY2-96" fmla="*/ 78582 h 431006"/>
              <a:gd name="connsiteX3-97" fmla="*/ 423862 w 423862"/>
              <a:gd name="connsiteY3-98" fmla="*/ 0 h 431006"/>
              <a:gd name="connsiteX4-99" fmla="*/ 421481 w 423862"/>
              <a:gd name="connsiteY4-100" fmla="*/ 300037 h 431006"/>
              <a:gd name="connsiteX5-101" fmla="*/ 404812 w 423862"/>
              <a:gd name="connsiteY5-102" fmla="*/ 376237 h 431006"/>
              <a:gd name="connsiteX6-103" fmla="*/ 240506 w 423862"/>
              <a:gd name="connsiteY6-104" fmla="*/ 400050 h 431006"/>
              <a:gd name="connsiteX7-105" fmla="*/ 57150 w 423862"/>
              <a:gd name="connsiteY7-106" fmla="*/ 431006 h 431006"/>
              <a:gd name="connsiteX8-107" fmla="*/ 0 w 423862"/>
              <a:gd name="connsiteY8-108" fmla="*/ 431005 h 431006"/>
              <a:gd name="connsiteX0-109" fmla="*/ 0 w 423862"/>
              <a:gd name="connsiteY0-110" fmla="*/ 431005 h 431006"/>
              <a:gd name="connsiteX1-111" fmla="*/ 2381 w 423862"/>
              <a:gd name="connsiteY1-112" fmla="*/ 161925 h 431006"/>
              <a:gd name="connsiteX2-113" fmla="*/ 209550 w 423862"/>
              <a:gd name="connsiteY2-114" fmla="*/ 78582 h 431006"/>
              <a:gd name="connsiteX3-115" fmla="*/ 423862 w 423862"/>
              <a:gd name="connsiteY3-116" fmla="*/ 0 h 431006"/>
              <a:gd name="connsiteX4-117" fmla="*/ 421481 w 423862"/>
              <a:gd name="connsiteY4-118" fmla="*/ 300037 h 431006"/>
              <a:gd name="connsiteX5-119" fmla="*/ 419100 w 423862"/>
              <a:gd name="connsiteY5-120" fmla="*/ 423862 h 431006"/>
              <a:gd name="connsiteX6-121" fmla="*/ 240506 w 423862"/>
              <a:gd name="connsiteY6-122" fmla="*/ 400050 h 431006"/>
              <a:gd name="connsiteX7-123" fmla="*/ 57150 w 423862"/>
              <a:gd name="connsiteY7-124" fmla="*/ 431006 h 431006"/>
              <a:gd name="connsiteX8-125" fmla="*/ 0 w 423862"/>
              <a:gd name="connsiteY8-126" fmla="*/ 431005 h 431006"/>
              <a:gd name="connsiteX0-127" fmla="*/ 0 w 423862"/>
              <a:gd name="connsiteY0-128" fmla="*/ 431005 h 431006"/>
              <a:gd name="connsiteX1-129" fmla="*/ 2381 w 423862"/>
              <a:gd name="connsiteY1-130" fmla="*/ 161925 h 431006"/>
              <a:gd name="connsiteX2-131" fmla="*/ 209550 w 423862"/>
              <a:gd name="connsiteY2-132" fmla="*/ 78582 h 431006"/>
              <a:gd name="connsiteX3-133" fmla="*/ 423862 w 423862"/>
              <a:gd name="connsiteY3-134" fmla="*/ 0 h 431006"/>
              <a:gd name="connsiteX4-135" fmla="*/ 421481 w 423862"/>
              <a:gd name="connsiteY4-136" fmla="*/ 300037 h 431006"/>
              <a:gd name="connsiteX5-137" fmla="*/ 419100 w 423862"/>
              <a:gd name="connsiteY5-138" fmla="*/ 423862 h 431006"/>
              <a:gd name="connsiteX6-139" fmla="*/ 233362 w 423862"/>
              <a:gd name="connsiteY6-140" fmla="*/ 414337 h 431006"/>
              <a:gd name="connsiteX7-141" fmla="*/ 57150 w 423862"/>
              <a:gd name="connsiteY7-142" fmla="*/ 431006 h 431006"/>
              <a:gd name="connsiteX8-143" fmla="*/ 0 w 423862"/>
              <a:gd name="connsiteY8-144" fmla="*/ 431005 h 431006"/>
              <a:gd name="connsiteX0-145" fmla="*/ 0 w 423862"/>
              <a:gd name="connsiteY0-146" fmla="*/ 431005 h 431006"/>
              <a:gd name="connsiteX1-147" fmla="*/ 2381 w 423862"/>
              <a:gd name="connsiteY1-148" fmla="*/ 161925 h 431006"/>
              <a:gd name="connsiteX2-149" fmla="*/ 209550 w 423862"/>
              <a:gd name="connsiteY2-150" fmla="*/ 78582 h 431006"/>
              <a:gd name="connsiteX3-151" fmla="*/ 423862 w 423862"/>
              <a:gd name="connsiteY3-152" fmla="*/ 0 h 431006"/>
              <a:gd name="connsiteX4-153" fmla="*/ 421481 w 423862"/>
              <a:gd name="connsiteY4-154" fmla="*/ 300037 h 431006"/>
              <a:gd name="connsiteX5-155" fmla="*/ 419100 w 423862"/>
              <a:gd name="connsiteY5-156" fmla="*/ 423862 h 431006"/>
              <a:gd name="connsiteX6-157" fmla="*/ 230981 w 423862"/>
              <a:gd name="connsiteY6-158" fmla="*/ 426243 h 431006"/>
              <a:gd name="connsiteX7-159" fmla="*/ 57150 w 423862"/>
              <a:gd name="connsiteY7-160" fmla="*/ 431006 h 431006"/>
              <a:gd name="connsiteX8-161" fmla="*/ 0 w 423862"/>
              <a:gd name="connsiteY8-162" fmla="*/ 431005 h 4310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423862" h="431006">
                <a:moveTo>
                  <a:pt x="0" y="431005"/>
                </a:moveTo>
                <a:cubicBezTo>
                  <a:pt x="794" y="341312"/>
                  <a:pt x="1587" y="251618"/>
                  <a:pt x="2381" y="161925"/>
                </a:cubicBezTo>
                <a:lnTo>
                  <a:pt x="209550" y="78582"/>
                </a:lnTo>
                <a:lnTo>
                  <a:pt x="423862" y="0"/>
                </a:lnTo>
                <a:cubicBezTo>
                  <a:pt x="423068" y="100012"/>
                  <a:pt x="422275" y="200025"/>
                  <a:pt x="421481" y="300037"/>
                </a:cubicBezTo>
                <a:cubicBezTo>
                  <a:pt x="420687" y="341312"/>
                  <a:pt x="419894" y="382587"/>
                  <a:pt x="419100" y="423862"/>
                </a:cubicBezTo>
                <a:lnTo>
                  <a:pt x="230981" y="426243"/>
                </a:lnTo>
                <a:lnTo>
                  <a:pt x="57150" y="431006"/>
                </a:lnTo>
                <a:lnTo>
                  <a:pt x="0" y="4310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019803"/>
            <a:ext cx="12192000" cy="8381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1371601"/>
            <a:ext cx="109855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70800" y="6521448"/>
            <a:ext cx="4114800" cy="288927"/>
          </a:xfrm>
        </p:spPr>
        <p:txBody>
          <a:bodyPr/>
          <a:lstStyle>
            <a:lvl1pPr>
              <a:defRPr lang="en-US" sz="900" kern="12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27600" y="6483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B6FB6F8-9286-4034-9F49-2B746BE500DC}" type="slidenum">
              <a:rPr lang="en-US" smtClean="0"/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0" y="6010277"/>
            <a:ext cx="12192000" cy="5429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019803"/>
            <a:ext cx="12192000" cy="8381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B6FB6F8-9286-4034-9F49-2B746BE500DC}" type="slidenum">
              <a:rPr lang="en-US" smtClean="0"/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6019800"/>
            <a:ext cx="12192000" cy="53949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Key Message on Oran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4" y="1371601"/>
            <a:ext cx="10391775" cy="4057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6FB6F8-9286-4034-9F49-2B746BE500DC}" type="slidenum">
              <a:rPr lang="en-US"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Key Message o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4" y="1371601"/>
            <a:ext cx="10391775" cy="4057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6FB6F8-9286-4034-9F49-2B746BE500DC}" type="slidenum">
              <a:rPr lang="en-US"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Full pa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6FB6F8-9286-4034-9F49-2B746BE500DC}" type="slidenum">
              <a:rPr lang="en-US"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1003300"/>
            <a:ext cx="10598149" cy="11176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2120900"/>
            <a:ext cx="10598150" cy="68103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732" y="5799069"/>
            <a:ext cx="2402393" cy="6787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52" b="9686"/>
          <a:stretch>
            <a:fillRect/>
          </a:stretch>
        </p:blipFill>
        <p:spPr>
          <a:xfrm>
            <a:off x="1785257" y="813556"/>
            <a:ext cx="10406743" cy="60517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8300" y="1371600"/>
            <a:ext cx="5486400" cy="48053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1900" y="1371600"/>
            <a:ext cx="5486400" cy="4805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188913"/>
            <a:ext cx="10058400" cy="80467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1371600"/>
            <a:ext cx="5486400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300" y="2195512"/>
            <a:ext cx="54864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2181" y="1371600"/>
            <a:ext cx="5513419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2181" y="2195512"/>
            <a:ext cx="551341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Message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</a:fld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68300" y="1397000"/>
            <a:ext cx="3695700" cy="2654300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368300" y="4330700"/>
            <a:ext cx="3695700" cy="1600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8089900" y="1397000"/>
            <a:ext cx="3695700" cy="2654300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4241800" y="1397000"/>
            <a:ext cx="3695700" cy="2654300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241800" y="4330700"/>
            <a:ext cx="3695700" cy="1600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089900" y="4330700"/>
            <a:ext cx="3695700" cy="1600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Key Messages with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</a:fld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1312418" y="1238337"/>
            <a:ext cx="1803400" cy="129522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527050" y="2959100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9014968" y="1238337"/>
            <a:ext cx="1803400" cy="129522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185918" y="1238337"/>
            <a:ext cx="1803400" cy="129522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400550" y="2959100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229600" y="2959100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527050" y="3767431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4"/>
          </p:nvPr>
        </p:nvSpPr>
        <p:spPr>
          <a:xfrm>
            <a:off x="4400550" y="3767431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5"/>
          </p:nvPr>
        </p:nvSpPr>
        <p:spPr>
          <a:xfrm>
            <a:off x="8229600" y="3767431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527050" y="4575762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7"/>
          </p:nvPr>
        </p:nvSpPr>
        <p:spPr>
          <a:xfrm>
            <a:off x="4400550" y="4575762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8"/>
          </p:nvPr>
        </p:nvSpPr>
        <p:spPr>
          <a:xfrm>
            <a:off x="8229600" y="4575762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9"/>
          </p:nvPr>
        </p:nvSpPr>
        <p:spPr>
          <a:xfrm>
            <a:off x="527050" y="5384093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30"/>
          </p:nvPr>
        </p:nvSpPr>
        <p:spPr>
          <a:xfrm>
            <a:off x="4400550" y="5384093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31"/>
          </p:nvPr>
        </p:nvSpPr>
        <p:spPr>
          <a:xfrm>
            <a:off x="8229600" y="5384093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9200" y="1003300"/>
            <a:ext cx="5486400" cy="5001419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096000" y="6483350"/>
            <a:ext cx="1371600" cy="365125"/>
          </a:xfrm>
        </p:spPr>
        <p:txBody>
          <a:bodyPr/>
          <a:lstStyle>
            <a:lvl1pPr algn="l">
              <a:defRPr/>
            </a:lvl1pPr>
          </a:lstStyle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Picture with Bulleted Text o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9200" y="1003300"/>
            <a:ext cx="5486400" cy="5001419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096000" y="6461125"/>
            <a:ext cx="157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CB6FB6F8-9286-4034-9F49-2B746BE500DC}" type="slidenum">
              <a:rPr lang="en-US" smtClean="0"/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1" r="4158" b="27068"/>
          <a:stretch>
            <a:fillRect/>
          </a:stretch>
        </p:blipFill>
        <p:spPr>
          <a:xfrm>
            <a:off x="-1" y="1314452"/>
            <a:ext cx="12192001" cy="55435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975" y="1273481"/>
            <a:ext cx="3822049" cy="75851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7.jpe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341" y="390592"/>
            <a:ext cx="1399778" cy="39550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8300" y="187325"/>
            <a:ext cx="10083800" cy="80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1371600"/>
            <a:ext cx="10985500" cy="480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70800" y="6483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NvM Configuration</a:t>
            </a:r>
            <a:endParaRPr lang="en-US" sz="32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ReadMe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161925"/>
            <a:ext cx="10642600" cy="803275"/>
          </a:xfrm>
        </p:spPr>
        <p:txBody>
          <a:bodyPr>
            <a:normAutofit/>
          </a:bodyPr>
          <a:lstStyle/>
          <a:p>
            <a:r>
              <a:rPr lang="en-US" dirty="0"/>
              <a:t>Integrating NvM to new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integrating NvM to new base, you have to take Sample Configuration which has some sample block and element.</a:t>
            </a:r>
            <a:endParaRPr lang="en-US" dirty="0" smtClean="0"/>
          </a:p>
          <a:p>
            <a:r>
              <a:rPr lang="en-US" dirty="0" smtClean="0"/>
              <a:t>Steps:-</a:t>
            </a:r>
            <a:endParaRPr lang="en-US" dirty="0" smtClean="0"/>
          </a:p>
          <a:p>
            <a:pPr lvl="1"/>
            <a:r>
              <a:rPr lang="en-US" dirty="0" smtClean="0"/>
              <a:t>Go to turing.bsw.nvmmgr -&gt; NvM -&gt; cfg -&gt; SampleConfiguration.</a:t>
            </a:r>
            <a:endParaRPr lang="en-US" dirty="0" smtClean="0"/>
          </a:p>
          <a:p>
            <a:pPr lvl="1"/>
            <a:r>
              <a:rPr lang="en-US" dirty="0" smtClean="0"/>
              <a:t>Next open the folder respective to your program. For Eg: If your program has Internal EEPROM, open InternalEEPROM folder.</a:t>
            </a:r>
            <a:endParaRPr lang="en-US" dirty="0" smtClean="0"/>
          </a:p>
          <a:p>
            <a:pPr lvl="1"/>
            <a:r>
              <a:rPr lang="en-US" dirty="0" smtClean="0"/>
              <a:t>Copy the nvm folder and paste it in Bsw-Gen -&gt; bsw folder in your program.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30" y="4310380"/>
            <a:ext cx="3190875" cy="18669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800" y="3925570"/>
            <a:ext cx="5148580" cy="26536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NvM Configurator User Guide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000"/>
              <a:t>Open the </a:t>
            </a:r>
            <a:r>
              <a:rPr lang="en-US" sz="2000" b="1"/>
              <a:t>NvMConfiguratorVx.x.x.jar</a:t>
            </a:r>
            <a:r>
              <a:rPr lang="en-US" sz="2000"/>
              <a:t> in nvm -&gt; NvMConfiguratorVx.x.x-&gt; bin folder.</a:t>
            </a:r>
            <a:endParaRPr lang="en-US" sz="2000"/>
          </a:p>
          <a:p>
            <a:r>
              <a:rPr lang="en-US" sz="2000"/>
              <a:t>Click “Browse” button and select the NvM_ConfigurationUtility_V.x.x.xlsm excel file from nvm folder.</a:t>
            </a:r>
            <a:endParaRPr lang="en-US" sz="2000"/>
          </a:p>
          <a:p>
            <a:r>
              <a:rPr lang="en-US" sz="2000"/>
              <a:t>Once the excel file imported properly you will see the Status as Reading Excel file Completed.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B6FB6F8-9286-4034-9F49-2B746BE500DC}" type="slidenum">
              <a:rPr lang="en-US" smtClean="0"/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t="1352" r="1907" b="4039"/>
          <a:stretch>
            <a:fillRect/>
          </a:stretch>
        </p:blipFill>
        <p:spPr>
          <a:xfrm>
            <a:off x="3378200" y="2952115"/>
            <a:ext cx="4834255" cy="3287395"/>
          </a:xfrm>
          <a:prstGeom prst="flowChartProcess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sym typeface="+mn-ea"/>
              </a:rPr>
              <a:t>Generating Arxml Files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To Generate Developer arxml, click GenNvBlockSwcGen_Dev button.</a:t>
            </a:r>
            <a:endParaRPr lang="en-US"/>
          </a:p>
          <a:p>
            <a:r>
              <a:rPr lang="en-US"/>
              <a:t>Once it got generated successfully you will see the successful pop up message. </a:t>
            </a:r>
            <a:endParaRPr lang="en-US"/>
          </a:p>
          <a:p>
            <a:r>
              <a:rPr lang="en-US"/>
              <a:t>To generate Configurator arxml, click GenMemStackGen_Config button.</a:t>
            </a:r>
            <a:endParaRPr lang="en-US"/>
          </a:p>
          <a:p>
            <a:r>
              <a:rPr lang="en-US">
                <a:sym typeface="+mn-ea"/>
              </a:rPr>
              <a:t>Once it got generated successfully you will see the successful pop up message. </a:t>
            </a:r>
            <a:endParaRPr lang="en-US"/>
          </a:p>
          <a:p>
            <a:r>
              <a:rPr lang="en-US"/>
              <a:t>Both arxml files will be generated in nvm -&gt; </a:t>
            </a:r>
            <a:r>
              <a:rPr lang="en-US">
                <a:sym typeface="+mn-ea"/>
              </a:rPr>
              <a:t>NvMConfiguratorVx.x.x -&gt; out -&gt; arxml folder.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sym typeface="+mn-ea"/>
              </a:rPr>
              <a:t>Generating Sbsx file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To generate MemAbs Sbsx file, Select your program name if available. If it was not available select Default.</a:t>
            </a:r>
            <a:endParaRPr lang="en-US"/>
          </a:p>
          <a:p>
            <a:r>
              <a:rPr lang="en-US"/>
              <a:t>Then click GenMemAbs_SbsxFile button.</a:t>
            </a:r>
            <a:endParaRPr lang="en-US"/>
          </a:p>
          <a:p>
            <a:r>
              <a:rPr lang="en-US">
                <a:sym typeface="+mn-ea"/>
              </a:rPr>
              <a:t>Once it got generated successfully you will see the successful pop up message. 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Output sbsx files will be generated in nvm -&gt; </a:t>
            </a:r>
            <a:r>
              <a:rPr lang="en-US">
                <a:sym typeface="+mn-ea"/>
              </a:rPr>
              <a:t>NvMConfiguratorVx.x.x -&gt; out -&gt; sbsx folder.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sym typeface="+mn-ea"/>
              </a:rPr>
              <a:t>Generating Work Flash Images.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To Generate work flash images, </a:t>
            </a:r>
            <a:r>
              <a:rPr lang="en-US">
                <a:sym typeface="+mn-ea"/>
              </a:rPr>
              <a:t>Select your program name if available.</a:t>
            </a:r>
            <a:endParaRPr lang="en-US">
              <a:sym typeface="+mn-ea"/>
            </a:endParaRPr>
          </a:p>
          <a:p>
            <a:r>
              <a:rPr lang="en-US"/>
              <a:t>Click Generate Srec Button. </a:t>
            </a:r>
            <a:endParaRPr lang="en-US"/>
          </a:p>
          <a:p>
            <a:r>
              <a:rPr lang="en-US"/>
              <a:t>Then go to </a:t>
            </a:r>
            <a:r>
              <a:rPr lang="en-US">
                <a:sym typeface="+mn-ea"/>
              </a:rPr>
              <a:t>nvm -&gt; NvMConfiguratorVx.x.x-&gt; bin folder. and run Srecgen.bat from command prompt.</a:t>
            </a:r>
            <a:endParaRPr lang="en-US">
              <a:sym typeface="+mn-ea"/>
            </a:endParaRPr>
          </a:p>
          <a:p>
            <a:r>
              <a:rPr lang="en-US"/>
              <a:t>This will generate work flash image in </a:t>
            </a:r>
            <a:r>
              <a:rPr lang="en-US">
                <a:sym typeface="+mn-ea"/>
              </a:rPr>
              <a:t>nvm -&gt; NvMConfiguratorVx.x.x -&gt; out -&gt; srec folder.</a:t>
            </a:r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B6FB6F8-9286-4034-9F49-2B746BE500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Accessing Tool’s Code Base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This NvMConfigurator source code will be found in                                         "2: turing_bsw_tools_0.0.1"</a:t>
            </a:r>
            <a:endParaRPr lang="en-US"/>
          </a:p>
          <a:p>
            <a:r>
              <a:rPr lang="en-US"/>
              <a:t>In order to run the code, you may need eclipse and “e(fx)clipse -IDE” pulgin installed in it</a:t>
            </a:r>
            <a:endParaRPr lang="en-US"/>
          </a:p>
          <a:p>
            <a:r>
              <a:rPr lang="en-US"/>
              <a:t>Go to Help -&gt; Install New Software. Copy this link in work with (</a:t>
            </a:r>
            <a:r>
              <a:rPr lang="en-US">
                <a:sym typeface="+mn-ea"/>
              </a:rPr>
              <a:t>http://download.eclipse.org/efxclipse/updates-released/3.5.0/site</a:t>
            </a:r>
            <a:r>
              <a:rPr lang="en-US"/>
              <a:t>).</a:t>
            </a:r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B6FB6F8-9286-4034-9F49-2B746BE500DC}" type="slidenum">
              <a:rPr lang="en-US" smtClean="0"/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" y="3761105"/>
            <a:ext cx="371475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Visteon Theme">
  <a:themeElements>
    <a:clrScheme name="Visteon Working Color Scheme">
      <a:dk1>
        <a:sysClr val="windowText" lastClr="000000"/>
      </a:dk1>
      <a:lt1>
        <a:sysClr val="window" lastClr="FFFFFF"/>
      </a:lt1>
      <a:dk2>
        <a:srgbClr val="44546A"/>
      </a:dk2>
      <a:lt2>
        <a:srgbClr val="C2C4C5"/>
      </a:lt2>
      <a:accent1>
        <a:srgbClr val="7D9EAD"/>
      </a:accent1>
      <a:accent2>
        <a:srgbClr val="C2C4C5"/>
      </a:accent2>
      <a:accent3>
        <a:srgbClr val="2684AD"/>
      </a:accent3>
      <a:accent4>
        <a:srgbClr val="33626E"/>
      </a:accent4>
      <a:accent5>
        <a:srgbClr val="0C3D60"/>
      </a:accent5>
      <a:accent6>
        <a:srgbClr val="E57200"/>
      </a:accent6>
      <a:hlink>
        <a:srgbClr val="7D9EAD"/>
      </a:hlink>
      <a:folHlink>
        <a:srgbClr val="FAA51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2145</Words>
  <Application>WPS Presentation</Application>
  <PresentationFormat>Widescreen</PresentationFormat>
  <Paragraphs>67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SimSun</vt:lpstr>
      <vt:lpstr>Wingdings</vt:lpstr>
      <vt:lpstr>Microsoft YaHei</vt:lpstr>
      <vt:lpstr>Arial Unicode MS</vt:lpstr>
      <vt:lpstr>Calibri</vt:lpstr>
      <vt:lpstr>Visteon Theme</vt:lpstr>
      <vt:lpstr> Dlt component cannot be integrated to TVii programs</vt:lpstr>
      <vt:lpstr> [vwfpk] Dlt component cannot be integrated to TVii programs (1183797)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Visteon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anand.devanathan@visteon.com</dc:creator>
  <cp:lastModifiedBy>JPONSING</cp:lastModifiedBy>
  <cp:revision>597</cp:revision>
  <cp:lastPrinted>2017-09-21T13:27:00Z</cp:lastPrinted>
  <dcterms:created xsi:type="dcterms:W3CDTF">2016-08-16T10:43:00Z</dcterms:created>
  <dcterms:modified xsi:type="dcterms:W3CDTF">2021-03-31T07:15:28Z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1033-11.2.0.10078</vt:lpwstr>
  </property>
</Properties>
</file>