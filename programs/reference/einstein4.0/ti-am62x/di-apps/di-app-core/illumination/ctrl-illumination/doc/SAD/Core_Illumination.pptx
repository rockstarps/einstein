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3444B-C91E-4D66-AE0E-0EAF0336F33F}" v="4" dt="2025-04-15T06:50:30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angovan, Amudhapriyan (A.)" userId="865cf12a-d077-4815-99c4-09186b62b9ea" providerId="ADAL" clId="{8173444B-C91E-4D66-AE0E-0EAF0336F33F}"/>
    <pc:docChg chg="undo custSel addSld modSld">
      <pc:chgData name="Elangovan, Amudhapriyan (A.)" userId="865cf12a-d077-4815-99c4-09186b62b9ea" providerId="ADAL" clId="{8173444B-C91E-4D66-AE0E-0EAF0336F33F}" dt="2025-04-24T08:37:53.540" v="162" actId="1076"/>
      <pc:docMkLst>
        <pc:docMk/>
      </pc:docMkLst>
      <pc:sldChg chg="addSp delSp modSp mod">
        <pc:chgData name="Elangovan, Amudhapriyan (A.)" userId="865cf12a-d077-4815-99c4-09186b62b9ea" providerId="ADAL" clId="{8173444B-C91E-4D66-AE0E-0EAF0336F33F}" dt="2025-04-22T10:22:26.279" v="160" actId="1076"/>
        <pc:sldMkLst>
          <pc:docMk/>
          <pc:sldMk cId="4265486979" sldId="256"/>
        </pc:sldMkLst>
        <pc:spChg chg="mod">
          <ac:chgData name="Elangovan, Amudhapriyan (A.)" userId="865cf12a-d077-4815-99c4-09186b62b9ea" providerId="ADAL" clId="{8173444B-C91E-4D66-AE0E-0EAF0336F33F}" dt="2025-04-08T06:13:47.661" v="29" actId="962"/>
          <ac:spMkLst>
            <pc:docMk/>
            <pc:sldMk cId="4265486979" sldId="256"/>
            <ac:spMk id="2" creationId="{AEC3B02D-89D9-403E-9CA3-338B6ED6EF80}"/>
          </ac:spMkLst>
        </pc:spChg>
        <pc:spChg chg="del">
          <ac:chgData name="Elangovan, Amudhapriyan (A.)" userId="865cf12a-d077-4815-99c4-09186b62b9ea" providerId="ADAL" clId="{8173444B-C91E-4D66-AE0E-0EAF0336F33F}" dt="2025-04-08T06:13:37.282" v="27" actId="26606"/>
          <ac:spMkLst>
            <pc:docMk/>
            <pc:sldMk cId="4265486979" sldId="256"/>
            <ac:spMk id="12" creationId="{A8384FB5-9ADC-4DDC-881B-597D56F5B15D}"/>
          </ac:spMkLst>
        </pc:spChg>
        <pc:spChg chg="del">
          <ac:chgData name="Elangovan, Amudhapriyan (A.)" userId="865cf12a-d077-4815-99c4-09186b62b9ea" providerId="ADAL" clId="{8173444B-C91E-4D66-AE0E-0EAF0336F33F}" dt="2025-04-08T06:13:37.282" v="27" actId="26606"/>
          <ac:spMkLst>
            <pc:docMk/>
            <pc:sldMk cId="4265486979" sldId="256"/>
            <ac:spMk id="14" creationId="{1199E1B1-A8C0-4FE8-A5A8-1CB41D69F857}"/>
          </ac:spMkLst>
        </pc:spChg>
        <pc:spChg chg="del">
          <ac:chgData name="Elangovan, Amudhapriyan (A.)" userId="865cf12a-d077-4815-99c4-09186b62b9ea" providerId="ADAL" clId="{8173444B-C91E-4D66-AE0E-0EAF0336F33F}" dt="2025-04-08T06:13:37.282" v="27" actId="26606"/>
          <ac:spMkLst>
            <pc:docMk/>
            <pc:sldMk cId="4265486979" sldId="256"/>
            <ac:spMk id="16" creationId="{84A8DE83-DE75-4B41-9DB4-A7EC0B0DEC0B}"/>
          </ac:spMkLst>
        </pc:spChg>
        <pc:spChg chg="del">
          <ac:chgData name="Elangovan, Amudhapriyan (A.)" userId="865cf12a-d077-4815-99c4-09186b62b9ea" providerId="ADAL" clId="{8173444B-C91E-4D66-AE0E-0EAF0336F33F}" dt="2025-04-08T06:13:37.282" v="27" actId="26606"/>
          <ac:spMkLst>
            <pc:docMk/>
            <pc:sldMk cId="4265486979" sldId="256"/>
            <ac:spMk id="18" creationId="{A7009A0A-BEF5-4EAC-AF15-E4F9F002E239}"/>
          </ac:spMkLst>
        </pc:spChg>
        <pc:spChg chg="add del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23" creationId="{A8384FB5-9ADC-4DDC-881B-597D56F5B15D}"/>
          </ac:spMkLst>
        </pc:spChg>
        <pc:spChg chg="add del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25" creationId="{1199E1B1-A8C0-4FE8-A5A8-1CB41D69F857}"/>
          </ac:spMkLst>
        </pc:spChg>
        <pc:spChg chg="add del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27" creationId="{84A8DE83-DE75-4B41-9DB4-A7EC0B0DEC0B}"/>
          </ac:spMkLst>
        </pc:spChg>
        <pc:spChg chg="add del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29" creationId="{A7009A0A-BEF5-4EAC-AF15-E4F9F002E239}"/>
          </ac:spMkLst>
        </pc:spChg>
        <pc:spChg chg="add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34" creationId="{A8384FB5-9ADC-4DDC-881B-597D56F5B15D}"/>
          </ac:spMkLst>
        </pc:spChg>
        <pc:spChg chg="add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36" creationId="{1199E1B1-A8C0-4FE8-A5A8-1CB41D69F857}"/>
          </ac:spMkLst>
        </pc:spChg>
        <pc:spChg chg="add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38" creationId="{84A8DE83-DE75-4B41-9DB4-A7EC0B0DEC0B}"/>
          </ac:spMkLst>
        </pc:spChg>
        <pc:spChg chg="add">
          <ac:chgData name="Elangovan, Amudhapriyan (A.)" userId="865cf12a-d077-4815-99c4-09186b62b9ea" providerId="ADAL" clId="{8173444B-C91E-4D66-AE0E-0EAF0336F33F}" dt="2025-04-08T09:08:19.743" v="60" actId="26606"/>
          <ac:spMkLst>
            <pc:docMk/>
            <pc:sldMk cId="4265486979" sldId="256"/>
            <ac:spMk id="40" creationId="{A7009A0A-BEF5-4EAC-AF15-E4F9F002E239}"/>
          </ac:spMkLst>
        </pc:spChg>
        <pc:picChg chg="del">
          <ac:chgData name="Elangovan, Amudhapriyan (A.)" userId="865cf12a-d077-4815-99c4-09186b62b9ea" providerId="ADAL" clId="{8173444B-C91E-4D66-AE0E-0EAF0336F33F}" dt="2025-04-08T05:56:56.445" v="24" actId="478"/>
          <ac:picMkLst>
            <pc:docMk/>
            <pc:sldMk cId="4265486979" sldId="256"/>
            <ac:picMk id="4" creationId="{6EE52412-568A-A387-7199-CAB3F68C9E37}"/>
          </ac:picMkLst>
        </pc:picChg>
        <pc:picChg chg="add mod">
          <ac:chgData name="Elangovan, Amudhapriyan (A.)" userId="865cf12a-d077-4815-99c4-09186b62b9ea" providerId="ADAL" clId="{8173444B-C91E-4D66-AE0E-0EAF0336F33F}" dt="2025-04-22T10:22:26.279" v="160" actId="1076"/>
          <ac:picMkLst>
            <pc:docMk/>
            <pc:sldMk cId="4265486979" sldId="256"/>
            <ac:picMk id="4" creationId="{DF454D72-988D-2D03-7DC1-F77121AF7EC2}"/>
          </ac:picMkLst>
        </pc:picChg>
        <pc:picChg chg="add del mod">
          <ac:chgData name="Elangovan, Amudhapriyan (A.)" userId="865cf12a-d077-4815-99c4-09186b62b9ea" providerId="ADAL" clId="{8173444B-C91E-4D66-AE0E-0EAF0336F33F}" dt="2025-04-08T09:08:14.254" v="57" actId="478"/>
          <ac:picMkLst>
            <pc:docMk/>
            <pc:sldMk cId="4265486979" sldId="256"/>
            <ac:picMk id="5" creationId="{9A00E57C-4885-EE4B-4646-39DD7911F9E7}"/>
          </ac:picMkLst>
        </pc:picChg>
      </pc:sldChg>
      <pc:sldChg chg="addSp delSp modSp mod">
        <pc:chgData name="Elangovan, Amudhapriyan (A.)" userId="865cf12a-d077-4815-99c4-09186b62b9ea" providerId="ADAL" clId="{8173444B-C91E-4D66-AE0E-0EAF0336F33F}" dt="2025-04-24T08:37:53.540" v="162" actId="1076"/>
        <pc:sldMkLst>
          <pc:docMk/>
          <pc:sldMk cId="3902526450" sldId="257"/>
        </pc:sldMkLst>
        <pc:spChg chg="mod">
          <ac:chgData name="Elangovan, Amudhapriyan (A.)" userId="865cf12a-d077-4815-99c4-09186b62b9ea" providerId="ADAL" clId="{8173444B-C91E-4D66-AE0E-0EAF0336F33F}" dt="2025-04-08T09:03:09.824" v="53" actId="26606"/>
          <ac:spMkLst>
            <pc:docMk/>
            <pc:sldMk cId="3902526450" sldId="257"/>
            <ac:spMk id="2" creationId="{113E0F2D-521A-4734-AE0F-E179C172C466}"/>
          </ac:spMkLst>
        </pc:spChg>
        <pc:spChg chg="add del mod">
          <ac:chgData name="Elangovan, Amudhapriyan (A.)" userId="865cf12a-d077-4815-99c4-09186b62b9ea" providerId="ADAL" clId="{8173444B-C91E-4D66-AE0E-0EAF0336F33F}" dt="2025-04-08T06:16:48.679" v="31" actId="478"/>
          <ac:spMkLst>
            <pc:docMk/>
            <pc:sldMk cId="3902526450" sldId="257"/>
            <ac:spMk id="4" creationId="{82DD8FF8-9870-3914-3A91-5F55471A3066}"/>
          </ac:spMkLst>
        </pc:spChg>
        <pc:spChg chg="del">
          <ac:chgData name="Elangovan, Amudhapriyan (A.)" userId="865cf12a-d077-4815-99c4-09186b62b9ea" providerId="ADAL" clId="{8173444B-C91E-4D66-AE0E-0EAF0336F33F}" dt="2025-04-08T06:17:13.826" v="35" actId="26606"/>
          <ac:spMkLst>
            <pc:docMk/>
            <pc:sldMk cId="3902526450" sldId="257"/>
            <ac:spMk id="39" creationId="{A8384FB5-9ADC-4DDC-881B-597D56F5B15D}"/>
          </ac:spMkLst>
        </pc:spChg>
        <pc:spChg chg="del">
          <ac:chgData name="Elangovan, Amudhapriyan (A.)" userId="865cf12a-d077-4815-99c4-09186b62b9ea" providerId="ADAL" clId="{8173444B-C91E-4D66-AE0E-0EAF0336F33F}" dt="2025-04-08T06:17:13.826" v="35" actId="26606"/>
          <ac:spMkLst>
            <pc:docMk/>
            <pc:sldMk cId="3902526450" sldId="257"/>
            <ac:spMk id="41" creationId="{1199E1B1-A8C0-4FE8-A5A8-1CB41D69F857}"/>
          </ac:spMkLst>
        </pc:spChg>
        <pc:spChg chg="del">
          <ac:chgData name="Elangovan, Amudhapriyan (A.)" userId="865cf12a-d077-4815-99c4-09186b62b9ea" providerId="ADAL" clId="{8173444B-C91E-4D66-AE0E-0EAF0336F33F}" dt="2025-04-08T06:17:13.826" v="35" actId="26606"/>
          <ac:spMkLst>
            <pc:docMk/>
            <pc:sldMk cId="3902526450" sldId="257"/>
            <ac:spMk id="43" creationId="{84A8DE83-DE75-4B41-9DB4-A7EC0B0DEC0B}"/>
          </ac:spMkLst>
        </pc:spChg>
        <pc:spChg chg="del">
          <ac:chgData name="Elangovan, Amudhapriyan (A.)" userId="865cf12a-d077-4815-99c4-09186b62b9ea" providerId="ADAL" clId="{8173444B-C91E-4D66-AE0E-0EAF0336F33F}" dt="2025-04-08T06:17:13.826" v="35" actId="26606"/>
          <ac:spMkLst>
            <pc:docMk/>
            <pc:sldMk cId="3902526450" sldId="257"/>
            <ac:spMk id="45" creationId="{A7009A0A-BEF5-4EAC-AF15-E4F9F002E239}"/>
          </ac:spMkLst>
        </pc:spChg>
        <pc:spChg chg="add del">
          <ac:chgData name="Elangovan, Amudhapriyan (A.)" userId="865cf12a-d077-4815-99c4-09186b62b9ea" providerId="ADAL" clId="{8173444B-C91E-4D66-AE0E-0EAF0336F33F}" dt="2025-04-08T09:02:49.966" v="46" actId="26606"/>
          <ac:spMkLst>
            <pc:docMk/>
            <pc:sldMk cId="3902526450" sldId="257"/>
            <ac:spMk id="50" creationId="{A8384FB5-9ADC-4DDC-881B-597D56F5B15D}"/>
          </ac:spMkLst>
        </pc:spChg>
        <pc:spChg chg="add del">
          <ac:chgData name="Elangovan, Amudhapriyan (A.)" userId="865cf12a-d077-4815-99c4-09186b62b9ea" providerId="ADAL" clId="{8173444B-C91E-4D66-AE0E-0EAF0336F33F}" dt="2025-04-08T09:02:49.966" v="46" actId="26606"/>
          <ac:spMkLst>
            <pc:docMk/>
            <pc:sldMk cId="3902526450" sldId="257"/>
            <ac:spMk id="52" creationId="{1199E1B1-A8C0-4FE8-A5A8-1CB41D69F857}"/>
          </ac:spMkLst>
        </pc:spChg>
        <pc:spChg chg="add del">
          <ac:chgData name="Elangovan, Amudhapriyan (A.)" userId="865cf12a-d077-4815-99c4-09186b62b9ea" providerId="ADAL" clId="{8173444B-C91E-4D66-AE0E-0EAF0336F33F}" dt="2025-04-08T09:02:49.966" v="46" actId="26606"/>
          <ac:spMkLst>
            <pc:docMk/>
            <pc:sldMk cId="3902526450" sldId="257"/>
            <ac:spMk id="54" creationId="{84A8DE83-DE75-4B41-9DB4-A7EC0B0DEC0B}"/>
          </ac:spMkLst>
        </pc:spChg>
        <pc:spChg chg="add del">
          <ac:chgData name="Elangovan, Amudhapriyan (A.)" userId="865cf12a-d077-4815-99c4-09186b62b9ea" providerId="ADAL" clId="{8173444B-C91E-4D66-AE0E-0EAF0336F33F}" dt="2025-04-08T09:02:49.966" v="46" actId="26606"/>
          <ac:spMkLst>
            <pc:docMk/>
            <pc:sldMk cId="3902526450" sldId="257"/>
            <ac:spMk id="56" creationId="{A7009A0A-BEF5-4EAC-AF15-E4F9F002E239}"/>
          </ac:spMkLst>
        </pc:spChg>
        <pc:spChg chg="add del">
          <ac:chgData name="Elangovan, Amudhapriyan (A.)" userId="865cf12a-d077-4815-99c4-09186b62b9ea" providerId="ADAL" clId="{8173444B-C91E-4D66-AE0E-0EAF0336F33F}" dt="2025-04-08T09:03:09.828" v="54" actId="26606"/>
          <ac:spMkLst>
            <pc:docMk/>
            <pc:sldMk cId="3902526450" sldId="257"/>
            <ac:spMk id="61" creationId="{A8384FB5-9ADC-4DDC-881B-597D56F5B15D}"/>
          </ac:spMkLst>
        </pc:spChg>
        <pc:spChg chg="add del">
          <ac:chgData name="Elangovan, Amudhapriyan (A.)" userId="865cf12a-d077-4815-99c4-09186b62b9ea" providerId="ADAL" clId="{8173444B-C91E-4D66-AE0E-0EAF0336F33F}" dt="2025-04-08T09:03:09.828" v="54" actId="26606"/>
          <ac:spMkLst>
            <pc:docMk/>
            <pc:sldMk cId="3902526450" sldId="257"/>
            <ac:spMk id="63" creationId="{1199E1B1-A8C0-4FE8-A5A8-1CB41D69F857}"/>
          </ac:spMkLst>
        </pc:spChg>
        <pc:spChg chg="add del">
          <ac:chgData name="Elangovan, Amudhapriyan (A.)" userId="865cf12a-d077-4815-99c4-09186b62b9ea" providerId="ADAL" clId="{8173444B-C91E-4D66-AE0E-0EAF0336F33F}" dt="2025-04-08T09:03:09.828" v="54" actId="26606"/>
          <ac:spMkLst>
            <pc:docMk/>
            <pc:sldMk cId="3902526450" sldId="257"/>
            <ac:spMk id="65" creationId="{84A8DE83-DE75-4B41-9DB4-A7EC0B0DEC0B}"/>
          </ac:spMkLst>
        </pc:spChg>
        <pc:spChg chg="add del">
          <ac:chgData name="Elangovan, Amudhapriyan (A.)" userId="865cf12a-d077-4815-99c4-09186b62b9ea" providerId="ADAL" clId="{8173444B-C91E-4D66-AE0E-0EAF0336F33F}" dt="2025-04-08T09:03:09.828" v="54" actId="26606"/>
          <ac:spMkLst>
            <pc:docMk/>
            <pc:sldMk cId="3902526450" sldId="257"/>
            <ac:spMk id="67" creationId="{A7009A0A-BEF5-4EAC-AF15-E4F9F002E239}"/>
          </ac:spMkLst>
        </pc:spChg>
        <pc:spChg chg="add del">
          <ac:chgData name="Elangovan, Amudhapriyan (A.)" userId="865cf12a-d077-4815-99c4-09186b62b9ea" providerId="ADAL" clId="{8173444B-C91E-4D66-AE0E-0EAF0336F33F}" dt="2025-04-08T09:03:07.734" v="51" actId="26606"/>
          <ac:spMkLst>
            <pc:docMk/>
            <pc:sldMk cId="3902526450" sldId="257"/>
            <ac:spMk id="72" creationId="{A4AC5506-6312-4701-8D3C-40187889A947}"/>
          </ac:spMkLst>
        </pc:spChg>
        <pc:spChg chg="add del">
          <ac:chgData name="Elangovan, Amudhapriyan (A.)" userId="865cf12a-d077-4815-99c4-09186b62b9ea" providerId="ADAL" clId="{8173444B-C91E-4D66-AE0E-0EAF0336F33F}" dt="2025-04-08T09:03:09.824" v="53" actId="26606"/>
          <ac:spMkLst>
            <pc:docMk/>
            <pc:sldMk cId="3902526450" sldId="257"/>
            <ac:spMk id="74" creationId="{D4771268-CB57-404A-9271-370EB28F6090}"/>
          </ac:spMkLst>
        </pc:spChg>
        <pc:spChg chg="add del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76" creationId="{84A8DE83-DE75-4B41-9DB4-A7EC0B0DEC0B}"/>
          </ac:spMkLst>
        </pc:spChg>
        <pc:spChg chg="add del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77" creationId="{A8384FB5-9ADC-4DDC-881B-597D56F5B15D}"/>
          </ac:spMkLst>
        </pc:spChg>
        <pc:spChg chg="add del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78" creationId="{A7009A0A-BEF5-4EAC-AF15-E4F9F002E239}"/>
          </ac:spMkLst>
        </pc:spChg>
        <pc:spChg chg="add del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79" creationId="{1199E1B1-A8C0-4FE8-A5A8-1CB41D69F857}"/>
          </ac:spMkLst>
        </pc:spChg>
        <pc:spChg chg="add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84" creationId="{A8384FB5-9ADC-4DDC-881B-597D56F5B15D}"/>
          </ac:spMkLst>
        </pc:spChg>
        <pc:spChg chg="add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86" creationId="{1199E1B1-A8C0-4FE8-A5A8-1CB41D69F857}"/>
          </ac:spMkLst>
        </pc:spChg>
        <pc:spChg chg="add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88" creationId="{84A8DE83-DE75-4B41-9DB4-A7EC0B0DEC0B}"/>
          </ac:spMkLst>
        </pc:spChg>
        <pc:spChg chg="add">
          <ac:chgData name="Elangovan, Amudhapriyan (A.)" userId="865cf12a-d077-4815-99c4-09186b62b9ea" providerId="ADAL" clId="{8173444B-C91E-4D66-AE0E-0EAF0336F33F}" dt="2025-04-08T09:16:53.506" v="66" actId="26606"/>
          <ac:spMkLst>
            <pc:docMk/>
            <pc:sldMk cId="3902526450" sldId="257"/>
            <ac:spMk id="90" creationId="{A7009A0A-BEF5-4EAC-AF15-E4F9F002E239}"/>
          </ac:spMkLst>
        </pc:spChg>
        <pc:picChg chg="add del mod">
          <ac:chgData name="Elangovan, Amudhapriyan (A.)" userId="865cf12a-d077-4815-99c4-09186b62b9ea" providerId="ADAL" clId="{8173444B-C91E-4D66-AE0E-0EAF0336F33F}" dt="2025-04-08T09:16:49.869" v="63" actId="478"/>
          <ac:picMkLst>
            <pc:docMk/>
            <pc:sldMk cId="3902526450" sldId="257"/>
            <ac:picMk id="4" creationId="{8025E222-0DAB-C4BE-8660-F29313ADC235}"/>
          </ac:picMkLst>
        </pc:picChg>
        <pc:picChg chg="add mod">
          <ac:chgData name="Elangovan, Amudhapriyan (A.)" userId="865cf12a-d077-4815-99c4-09186b62b9ea" providerId="ADAL" clId="{8173444B-C91E-4D66-AE0E-0EAF0336F33F}" dt="2025-04-24T08:37:53.540" v="162" actId="1076"/>
          <ac:picMkLst>
            <pc:docMk/>
            <pc:sldMk cId="3902526450" sldId="257"/>
            <ac:picMk id="5" creationId="{E0A392BA-026A-F7AC-962D-25AEEFCF6239}"/>
          </ac:picMkLst>
        </pc:picChg>
        <pc:picChg chg="add del mod">
          <ac:chgData name="Elangovan, Amudhapriyan (A.)" userId="865cf12a-d077-4815-99c4-09186b62b9ea" providerId="ADAL" clId="{8173444B-C91E-4D66-AE0E-0EAF0336F33F}" dt="2025-04-08T09:02:40.186" v="41" actId="478"/>
          <ac:picMkLst>
            <pc:docMk/>
            <pc:sldMk cId="3902526450" sldId="257"/>
            <ac:picMk id="6" creationId="{50DC8ACF-6380-F019-CA2C-3A6A19448995}"/>
          </ac:picMkLst>
        </pc:picChg>
        <pc:picChg chg="del">
          <ac:chgData name="Elangovan, Amudhapriyan (A.)" userId="865cf12a-d077-4815-99c4-09186b62b9ea" providerId="ADAL" clId="{8173444B-C91E-4D66-AE0E-0EAF0336F33F}" dt="2025-04-08T06:16:39.837" v="30" actId="478"/>
          <ac:picMkLst>
            <pc:docMk/>
            <pc:sldMk cId="3902526450" sldId="257"/>
            <ac:picMk id="16" creationId="{3EBA4209-CA8E-D911-742F-E7F886A7AB70}"/>
          </ac:picMkLst>
        </pc:picChg>
      </pc:sldChg>
      <pc:sldChg chg="addSp delSp modSp new mod setBg">
        <pc:chgData name="Elangovan, Amudhapriyan (A.)" userId="865cf12a-d077-4815-99c4-09186b62b9ea" providerId="ADAL" clId="{8173444B-C91E-4D66-AE0E-0EAF0336F33F}" dt="2025-04-15T06:52:27.200" v="157" actId="14100"/>
        <pc:sldMkLst>
          <pc:docMk/>
          <pc:sldMk cId="1021858037" sldId="258"/>
        </pc:sldMkLst>
        <pc:spChg chg="add mod">
          <ac:chgData name="Elangovan, Amudhapriyan (A.)" userId="865cf12a-d077-4815-99c4-09186b62b9ea" providerId="ADAL" clId="{8173444B-C91E-4D66-AE0E-0EAF0336F33F}" dt="2025-04-15T06:52:17.510" v="155" actId="26606"/>
          <ac:spMkLst>
            <pc:docMk/>
            <pc:sldMk cId="1021858037" sldId="258"/>
            <ac:spMk id="4" creationId="{EA754924-7D4C-AFC7-A0C6-9699D2F19E2D}"/>
          </ac:spMkLst>
        </pc:spChg>
        <pc:spChg chg="add del">
          <ac:chgData name="Elangovan, Amudhapriyan (A.)" userId="865cf12a-d077-4815-99c4-09186b62b9ea" providerId="ADAL" clId="{8173444B-C91E-4D66-AE0E-0EAF0336F33F}" dt="2025-04-15T06:50:54.811" v="143" actId="26606"/>
          <ac:spMkLst>
            <pc:docMk/>
            <pc:sldMk cId="1021858037" sldId="258"/>
            <ac:spMk id="8" creationId="{42A4FC2C-047E-45A5-965D-8E1E3BF09BC6}"/>
          </ac:spMkLst>
        </pc:spChg>
        <pc:spChg chg="add del">
          <ac:chgData name="Elangovan, Amudhapriyan (A.)" userId="865cf12a-d077-4815-99c4-09186b62b9ea" providerId="ADAL" clId="{8173444B-C91E-4D66-AE0E-0EAF0336F33F}" dt="2025-04-15T06:51:33.027" v="148" actId="26606"/>
          <ac:spMkLst>
            <pc:docMk/>
            <pc:sldMk cId="1021858037" sldId="258"/>
            <ac:spMk id="14" creationId="{A8384FB5-9ADC-4DDC-881B-597D56F5B15D}"/>
          </ac:spMkLst>
        </pc:spChg>
        <pc:spChg chg="add del">
          <ac:chgData name="Elangovan, Amudhapriyan (A.)" userId="865cf12a-d077-4815-99c4-09186b62b9ea" providerId="ADAL" clId="{8173444B-C91E-4D66-AE0E-0EAF0336F33F}" dt="2025-04-15T06:51:33.027" v="148" actId="26606"/>
          <ac:spMkLst>
            <pc:docMk/>
            <pc:sldMk cId="1021858037" sldId="258"/>
            <ac:spMk id="16" creationId="{1199E1B1-A8C0-4FE8-A5A8-1CB41D69F857}"/>
          </ac:spMkLst>
        </pc:spChg>
        <pc:spChg chg="add del">
          <ac:chgData name="Elangovan, Amudhapriyan (A.)" userId="865cf12a-d077-4815-99c4-09186b62b9ea" providerId="ADAL" clId="{8173444B-C91E-4D66-AE0E-0EAF0336F33F}" dt="2025-04-15T06:51:33.027" v="148" actId="26606"/>
          <ac:spMkLst>
            <pc:docMk/>
            <pc:sldMk cId="1021858037" sldId="258"/>
            <ac:spMk id="18" creationId="{84A8DE83-DE75-4B41-9DB4-A7EC0B0DEC0B}"/>
          </ac:spMkLst>
        </pc:spChg>
        <pc:spChg chg="add del">
          <ac:chgData name="Elangovan, Amudhapriyan (A.)" userId="865cf12a-d077-4815-99c4-09186b62b9ea" providerId="ADAL" clId="{8173444B-C91E-4D66-AE0E-0EAF0336F33F}" dt="2025-04-15T06:51:33.027" v="148" actId="26606"/>
          <ac:spMkLst>
            <pc:docMk/>
            <pc:sldMk cId="1021858037" sldId="258"/>
            <ac:spMk id="20" creationId="{A7009A0A-BEF5-4EAC-AF15-E4F9F002E239}"/>
          </ac:spMkLst>
        </pc:spChg>
        <pc:spChg chg="add del">
          <ac:chgData name="Elangovan, Amudhapriyan (A.)" userId="865cf12a-d077-4815-99c4-09186b62b9ea" providerId="ADAL" clId="{8173444B-C91E-4D66-AE0E-0EAF0336F33F}" dt="2025-04-15T06:51:58.544" v="151" actId="26606"/>
          <ac:spMkLst>
            <pc:docMk/>
            <pc:sldMk cId="1021858037" sldId="258"/>
            <ac:spMk id="25" creationId="{A4AC5506-6312-4701-8D3C-40187889A947}"/>
          </ac:spMkLst>
        </pc:spChg>
        <pc:spChg chg="add del">
          <ac:chgData name="Elangovan, Amudhapriyan (A.)" userId="865cf12a-d077-4815-99c4-09186b62b9ea" providerId="ADAL" clId="{8173444B-C91E-4D66-AE0E-0EAF0336F33F}" dt="2025-04-15T06:52:17.510" v="155" actId="26606"/>
          <ac:spMkLst>
            <pc:docMk/>
            <pc:sldMk cId="1021858037" sldId="258"/>
            <ac:spMk id="30" creationId="{3B47FC9C-2ED3-4100-A4EF-E8CDFEE106C9}"/>
          </ac:spMkLst>
        </pc:spChg>
        <pc:spChg chg="add">
          <ac:chgData name="Elangovan, Amudhapriyan (A.)" userId="865cf12a-d077-4815-99c4-09186b62b9ea" providerId="ADAL" clId="{8173444B-C91E-4D66-AE0E-0EAF0336F33F}" dt="2025-04-15T06:52:17.510" v="155" actId="26606"/>
          <ac:spMkLst>
            <pc:docMk/>
            <pc:sldMk cId="1021858037" sldId="258"/>
            <ac:spMk id="35" creationId="{A8384FB5-9ADC-4DDC-881B-597D56F5B15D}"/>
          </ac:spMkLst>
        </pc:spChg>
        <pc:spChg chg="add">
          <ac:chgData name="Elangovan, Amudhapriyan (A.)" userId="865cf12a-d077-4815-99c4-09186b62b9ea" providerId="ADAL" clId="{8173444B-C91E-4D66-AE0E-0EAF0336F33F}" dt="2025-04-15T06:52:17.510" v="155" actId="26606"/>
          <ac:spMkLst>
            <pc:docMk/>
            <pc:sldMk cId="1021858037" sldId="258"/>
            <ac:spMk id="37" creationId="{1199E1B1-A8C0-4FE8-A5A8-1CB41D69F857}"/>
          </ac:spMkLst>
        </pc:spChg>
        <pc:spChg chg="add">
          <ac:chgData name="Elangovan, Amudhapriyan (A.)" userId="865cf12a-d077-4815-99c4-09186b62b9ea" providerId="ADAL" clId="{8173444B-C91E-4D66-AE0E-0EAF0336F33F}" dt="2025-04-15T06:52:17.510" v="155" actId="26606"/>
          <ac:spMkLst>
            <pc:docMk/>
            <pc:sldMk cId="1021858037" sldId="258"/>
            <ac:spMk id="39" creationId="{84A8DE83-DE75-4B41-9DB4-A7EC0B0DEC0B}"/>
          </ac:spMkLst>
        </pc:spChg>
        <pc:spChg chg="add">
          <ac:chgData name="Elangovan, Amudhapriyan (A.)" userId="865cf12a-d077-4815-99c4-09186b62b9ea" providerId="ADAL" clId="{8173444B-C91E-4D66-AE0E-0EAF0336F33F}" dt="2025-04-15T06:52:17.510" v="155" actId="26606"/>
          <ac:spMkLst>
            <pc:docMk/>
            <pc:sldMk cId="1021858037" sldId="258"/>
            <ac:spMk id="41" creationId="{A7009A0A-BEF5-4EAC-AF15-E4F9F002E239}"/>
          </ac:spMkLst>
        </pc:spChg>
        <pc:picChg chg="add del mod">
          <ac:chgData name="Elangovan, Amudhapriyan (A.)" userId="865cf12a-d077-4815-99c4-09186b62b9ea" providerId="ADAL" clId="{8173444B-C91E-4D66-AE0E-0EAF0336F33F}" dt="2025-04-15T06:49:48.586" v="136" actId="478"/>
          <ac:picMkLst>
            <pc:docMk/>
            <pc:sldMk cId="1021858037" sldId="258"/>
            <ac:picMk id="3" creationId="{6D646DD1-9A31-534A-B092-1FC38BADC347}"/>
          </ac:picMkLst>
        </pc:picChg>
        <pc:picChg chg="add del mod">
          <ac:chgData name="Elangovan, Amudhapriyan (A.)" userId="865cf12a-d077-4815-99c4-09186b62b9ea" providerId="ADAL" clId="{8173444B-C91E-4D66-AE0E-0EAF0336F33F}" dt="2025-04-15T06:50:35.579" v="140" actId="478"/>
          <ac:picMkLst>
            <pc:docMk/>
            <pc:sldMk cId="1021858037" sldId="258"/>
            <ac:picMk id="6" creationId="{844A3DD6-574B-DB23-30B3-37C28EE6BAAA}"/>
          </ac:picMkLst>
        </pc:picChg>
        <pc:picChg chg="add mod">
          <ac:chgData name="Elangovan, Amudhapriyan (A.)" userId="865cf12a-d077-4815-99c4-09186b62b9ea" providerId="ADAL" clId="{8173444B-C91E-4D66-AE0E-0EAF0336F33F}" dt="2025-04-15T06:52:27.200" v="157" actId="14100"/>
          <ac:picMkLst>
            <pc:docMk/>
            <pc:sldMk cId="1021858037" sldId="258"/>
            <ac:picMk id="9" creationId="{8B9057C1-7EE5-F4AA-C60B-74D248B0EDDE}"/>
          </ac:picMkLst>
        </pc:picChg>
      </pc:sldChg>
      <pc:sldChg chg="new">
        <pc:chgData name="Elangovan, Amudhapriyan (A.)" userId="865cf12a-d077-4815-99c4-09186b62b9ea" providerId="ADAL" clId="{8173444B-C91E-4D66-AE0E-0EAF0336F33F}" dt="2025-04-15T06:52:42.071" v="158" actId="680"/>
        <pc:sldMkLst>
          <pc:docMk/>
          <pc:sldMk cId="6631460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3EF2-624C-4C74-A261-D5AA3DE4E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B7374-1FA3-4A29-A93E-D067CE456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786C7-3E81-4A28-9AEF-DB85D5DE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ED74-4E27-4751-8214-691C9F0E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1C9A5-45BE-4B80-B4AA-2A618961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AA57-63B5-4DBA-926D-B7E8160C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B6D0E-1958-4D8E-A31E-35CB11D55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4DA78-405C-4B3D-AF44-83201940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895E8-D743-4AB6-BF04-3C6A3C49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75652-C475-4C60-BF26-E106FBCD4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3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46CF-8230-4C1E-A059-42558DC4F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53BD8-5F7E-4B3F-A21F-774E0045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167A3-4DC4-44BB-B251-C3AB4F88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89F5E-6299-4098-B0D1-186EE3CB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1FCC-6B16-4B95-AE05-27426E03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6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5D0C-FA14-42A1-BA17-68898A35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3C49-91EF-49BF-BBF1-CA6463678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8CA55-52D8-4595-B14A-DA2EE2344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D70EF-8BAC-4AB5-AF8D-7010393E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BB10E-011F-43C3-A779-60A253C8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5E441-7EC0-42EC-B109-FA3E7889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9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DBF4-8D04-4B2A-BB58-A671B6C6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AF323-085D-496A-A2C1-D98A1AE98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DA968-8249-4192-91A8-F5B182B21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A43B4-CC96-4327-A8F7-ADD044643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5A5BE-429B-400A-9566-313F510552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B9EE2-67BE-426C-9BDA-D437D818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1EC02-DB13-4C3E-AE3B-849EB648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B48BF-2089-4564-89EC-201BC415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3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61D1-D2FF-435D-B281-22C94169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2901-3659-450A-90E7-E3AC8562E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8F16F-FBC3-4B9D-A58F-1DEAD375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D4FFA-B69A-44AF-8798-78C03305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EB924-0A50-4F20-9B54-36CAD403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CCE44-F94D-46B9-A60E-9C51D206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489B-71AB-4373-9B4E-8D63B288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19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F324-0BE7-4182-8E28-34A98EF7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35DEA-FDC8-47C8-93E7-BEBA9DBDF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29708-8D62-42F2-A912-A9321A478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5BDF0-0EF6-415C-98D9-82440357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95446-A8CB-4D7F-BF3E-B3565149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CDAD5-0E87-4981-AA1A-022D8A53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1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6D6F-AFF2-4A57-963C-4369A597A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9CA1A-995D-4D04-A2E5-C6F5B608C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08762-CCE5-405B-851F-B9DE86B12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E0EDB-FA7E-4185-B193-68FBC09D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4B144-45A9-4796-B9B8-80EE51C9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EE52F-4588-4017-993C-B8B174CD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A920-C00E-43DE-9234-C437C093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908DD-E8E6-4827-A783-EAD333090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197C4-DB3E-4EDC-B7B7-746AA6B4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21762-D8AA-4B81-9608-9578E6C0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7001B-8F67-4567-9F59-2D73CCE21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8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ACA7B-CBBC-4AE3-AF31-00B13BE32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2D7CC-AA79-4AE5-97E3-1BA9B2A29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DDBA7-BA1B-4045-949D-64F57BD3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69E14-A84B-4DD8-9BB4-B7B6F7AA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74B2-D26B-46BF-811E-A2CB2435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F28126-6A58-4544-A0D4-EF899533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E6AF0-ACD2-4BC7-A436-F1B65A02B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376D-972F-4DB8-8523-648EEE8C2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95354-B860-4961-96FD-965ED7D832F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D81F8-DA36-4A27-B84D-C602121B3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D9F6E-DF63-43C9-825B-B891FAF3B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326A4-B353-48CC-AE45-A95CC7BE7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3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3B02D-89D9-403E-9CA3-338B6ED6E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Core-Illumination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54D72-988D-2D03-7DC1-F77121AF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96" y="1655275"/>
            <a:ext cx="11146608" cy="501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E0F2D-521A-4734-AE0F-E179C172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         RASIC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392BA-026A-F7AC-962D-25AEEFCF6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86" y="1574310"/>
            <a:ext cx="9864525" cy="527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2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54924-7D4C-AFC7-A0C6-9699D2F19E2D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ILLUMINATION CONTROL – TOYOTA 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9057C1-7EE5-F4AA-C60B-74D248B0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" y="1574310"/>
            <a:ext cx="12121533" cy="44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5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1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B29B2A440B44C81EB18990E4805C4" ma:contentTypeVersion="4" ma:contentTypeDescription="Create a new document." ma:contentTypeScope="" ma:versionID="3cddb85d7605664948244df28f42b9d7">
  <xsd:schema xmlns:xsd="http://www.w3.org/2001/XMLSchema" xmlns:xs="http://www.w3.org/2001/XMLSchema" xmlns:p="http://schemas.microsoft.com/office/2006/metadata/properties" xmlns:ns2="8f8c9959-bc3c-4814-a243-a81c4f8534af" targetNamespace="http://schemas.microsoft.com/office/2006/metadata/properties" ma:root="true" ma:fieldsID="8cd7a34dede3e87a762dab8389039e20" ns2:_="">
    <xsd:import namespace="8f8c9959-bc3c-4814-a243-a81c4f85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c9959-bc3c-4814-a243-a81c4f85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07F707-7455-4A27-B0A9-60C568E1755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13FCBE2-03BC-4722-A6EB-35E1EFAE2C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37EA56-3456-4404-BDCC-04928179A3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8c9959-bc3c-4814-a243-a81c4f8534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Core-Illumination</vt:lpstr>
      <vt:lpstr>         RASIC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Core_Telltale</dc:title>
  <dc:creator>Kumar, Manoj (M.)</dc:creator>
  <cp:lastModifiedBy>Elangovan, Amudhapriyan (A.)</cp:lastModifiedBy>
  <cp:revision>44</cp:revision>
  <dcterms:created xsi:type="dcterms:W3CDTF">2025-03-12T11:09:41Z</dcterms:created>
  <dcterms:modified xsi:type="dcterms:W3CDTF">2025-04-24T08:38:04Z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0x010100AFEB29B2A440B44C81EB18990E4805C4</vt:lpwstr>
  </property>
</Properties>
</file>