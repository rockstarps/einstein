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147478450" r:id="rId2"/>
    <p:sldId id="2147478456" r:id="rId3"/>
    <p:sldId id="2147478457" r:id="rId4"/>
    <p:sldId id="2147478459" r:id="rId5"/>
    <p:sldId id="21474784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1D238A-67D4-4C99-A6B5-3E9A2AEF5B7E}" v="29" dt="2024-06-24T12:09:30.6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K, Vaidyanath (V.)" userId="7d46c632-701f-42fa-9f74-1965520aafe2" providerId="ADAL" clId="{EB1D238A-67D4-4C99-A6B5-3E9A2AEF5B7E}"/>
    <pc:docChg chg="undo custSel addSld modSld">
      <pc:chgData name="R K, Vaidyanath (V.)" userId="7d46c632-701f-42fa-9f74-1965520aafe2" providerId="ADAL" clId="{EB1D238A-67D4-4C99-A6B5-3E9A2AEF5B7E}" dt="2024-06-24T12:09:30.697" v="736"/>
      <pc:docMkLst>
        <pc:docMk/>
      </pc:docMkLst>
      <pc:sldChg chg="addSp delSp modSp mod">
        <pc:chgData name="R K, Vaidyanath (V.)" userId="7d46c632-701f-42fa-9f74-1965520aafe2" providerId="ADAL" clId="{EB1D238A-67D4-4C99-A6B5-3E9A2AEF5B7E}" dt="2024-06-24T06:26:35.299" v="54" actId="20577"/>
        <pc:sldMkLst>
          <pc:docMk/>
          <pc:sldMk cId="3110977262" sldId="2147478456"/>
        </pc:sldMkLst>
        <pc:spChg chg="mod">
          <ac:chgData name="R K, Vaidyanath (V.)" userId="7d46c632-701f-42fa-9f74-1965520aafe2" providerId="ADAL" clId="{EB1D238A-67D4-4C99-A6B5-3E9A2AEF5B7E}" dt="2024-06-24T06:17:00.422" v="26" actId="6549"/>
          <ac:spMkLst>
            <pc:docMk/>
            <pc:sldMk cId="3110977262" sldId="2147478456"/>
            <ac:spMk id="3" creationId="{3C9B5126-CA22-E990-D9C2-1EB7B0E41CA7}"/>
          </ac:spMkLst>
        </pc:spChg>
        <pc:spChg chg="mod">
          <ac:chgData name="R K, Vaidyanath (V.)" userId="7d46c632-701f-42fa-9f74-1965520aafe2" providerId="ADAL" clId="{EB1D238A-67D4-4C99-A6B5-3E9A2AEF5B7E}" dt="2024-06-24T06:26:35.299" v="54" actId="20577"/>
          <ac:spMkLst>
            <pc:docMk/>
            <pc:sldMk cId="3110977262" sldId="2147478456"/>
            <ac:spMk id="4" creationId="{C505CC61-B080-47C5-35A9-6F9088541DE2}"/>
          </ac:spMkLst>
        </pc:spChg>
        <pc:spChg chg="add del mod">
          <ac:chgData name="R K, Vaidyanath (V.)" userId="7d46c632-701f-42fa-9f74-1965520aafe2" providerId="ADAL" clId="{EB1D238A-67D4-4C99-A6B5-3E9A2AEF5B7E}" dt="2024-06-24T06:26:29.210" v="47"/>
          <ac:spMkLst>
            <pc:docMk/>
            <pc:sldMk cId="3110977262" sldId="2147478456"/>
            <ac:spMk id="5" creationId="{16EBE6A0-4A61-B0C3-E125-5E9D5745017A}"/>
          </ac:spMkLst>
        </pc:spChg>
      </pc:sldChg>
      <pc:sldChg chg="addSp delSp modSp mod">
        <pc:chgData name="R K, Vaidyanath (V.)" userId="7d46c632-701f-42fa-9f74-1965520aafe2" providerId="ADAL" clId="{EB1D238A-67D4-4C99-A6B5-3E9A2AEF5B7E}" dt="2024-06-24T06:26:44.456" v="64" actId="20577"/>
        <pc:sldMkLst>
          <pc:docMk/>
          <pc:sldMk cId="1201055205" sldId="2147478457"/>
        </pc:sldMkLst>
        <pc:spChg chg="del">
          <ac:chgData name="R K, Vaidyanath (V.)" userId="7d46c632-701f-42fa-9f74-1965520aafe2" providerId="ADAL" clId="{EB1D238A-67D4-4C99-A6B5-3E9A2AEF5B7E}" dt="2024-06-24T06:17:14.696" v="27" actId="478"/>
          <ac:spMkLst>
            <pc:docMk/>
            <pc:sldMk cId="1201055205" sldId="2147478457"/>
            <ac:spMk id="3" creationId="{3C9B5126-CA22-E990-D9C2-1EB7B0E41CA7}"/>
          </ac:spMkLst>
        </pc:spChg>
        <pc:spChg chg="mod">
          <ac:chgData name="R K, Vaidyanath (V.)" userId="7d46c632-701f-42fa-9f74-1965520aafe2" providerId="ADAL" clId="{EB1D238A-67D4-4C99-A6B5-3E9A2AEF5B7E}" dt="2024-06-24T06:26:44.456" v="64" actId="20577"/>
          <ac:spMkLst>
            <pc:docMk/>
            <pc:sldMk cId="1201055205" sldId="2147478457"/>
            <ac:spMk id="4" creationId="{C505CC61-B080-47C5-35A9-6F9088541DE2}"/>
          </ac:spMkLst>
        </pc:spChg>
        <pc:spChg chg="add mod">
          <ac:chgData name="R K, Vaidyanath (V.)" userId="7d46c632-701f-42fa-9f74-1965520aafe2" providerId="ADAL" clId="{EB1D238A-67D4-4C99-A6B5-3E9A2AEF5B7E}" dt="2024-06-24T06:17:15.097" v="28"/>
          <ac:spMkLst>
            <pc:docMk/>
            <pc:sldMk cId="1201055205" sldId="2147478457"/>
            <ac:spMk id="5" creationId="{9AA4D871-DC32-B37E-B22D-0137E12188EA}"/>
          </ac:spMkLst>
        </pc:spChg>
      </pc:sldChg>
      <pc:sldChg chg="addSp delSp modSp mod">
        <pc:chgData name="R K, Vaidyanath (V.)" userId="7d46c632-701f-42fa-9f74-1965520aafe2" providerId="ADAL" clId="{EB1D238A-67D4-4C99-A6B5-3E9A2AEF5B7E}" dt="2024-06-24T12:09:30.697" v="736"/>
        <pc:sldMkLst>
          <pc:docMk/>
          <pc:sldMk cId="799417642" sldId="2147478458"/>
        </pc:sldMkLst>
        <pc:spChg chg="del">
          <ac:chgData name="R K, Vaidyanath (V.)" userId="7d46c632-701f-42fa-9f74-1965520aafe2" providerId="ADAL" clId="{EB1D238A-67D4-4C99-A6B5-3E9A2AEF5B7E}" dt="2024-06-24T06:17:18.984" v="29" actId="478"/>
          <ac:spMkLst>
            <pc:docMk/>
            <pc:sldMk cId="799417642" sldId="2147478458"/>
            <ac:spMk id="3" creationId="{3C9B5126-CA22-E990-D9C2-1EB7B0E41CA7}"/>
          </ac:spMkLst>
        </pc:spChg>
        <pc:spChg chg="mod">
          <ac:chgData name="R K, Vaidyanath (V.)" userId="7d46c632-701f-42fa-9f74-1965520aafe2" providerId="ADAL" clId="{EB1D238A-67D4-4C99-A6B5-3E9A2AEF5B7E}" dt="2024-06-24T07:40:49.141" v="237" actId="27636"/>
          <ac:spMkLst>
            <pc:docMk/>
            <pc:sldMk cId="799417642" sldId="2147478458"/>
            <ac:spMk id="4" creationId="{C505CC61-B080-47C5-35A9-6F9088541DE2}"/>
          </ac:spMkLst>
        </pc:spChg>
        <pc:spChg chg="add mod">
          <ac:chgData name="R K, Vaidyanath (V.)" userId="7d46c632-701f-42fa-9f74-1965520aafe2" providerId="ADAL" clId="{EB1D238A-67D4-4C99-A6B5-3E9A2AEF5B7E}" dt="2024-06-24T06:17:19.322" v="30"/>
          <ac:spMkLst>
            <pc:docMk/>
            <pc:sldMk cId="799417642" sldId="2147478458"/>
            <ac:spMk id="6" creationId="{E1988AC9-E470-331F-482D-EEF2C2814256}"/>
          </ac:spMkLst>
        </pc:spChg>
        <pc:graphicFrameChg chg="mod modGraphic">
          <ac:chgData name="R K, Vaidyanath (V.)" userId="7d46c632-701f-42fa-9f74-1965520aafe2" providerId="ADAL" clId="{EB1D238A-67D4-4C99-A6B5-3E9A2AEF5B7E}" dt="2024-06-24T12:09:30.697" v="736"/>
          <ac:graphicFrameMkLst>
            <pc:docMk/>
            <pc:sldMk cId="799417642" sldId="2147478458"/>
            <ac:graphicFrameMk id="5" creationId="{5D2D7914-0E93-D65E-E11F-0D0901F50CCB}"/>
          </ac:graphicFrameMkLst>
        </pc:graphicFrameChg>
        <pc:graphicFrameChg chg="del mod">
          <ac:chgData name="R K, Vaidyanath (V.)" userId="7d46c632-701f-42fa-9f74-1965520aafe2" providerId="ADAL" clId="{EB1D238A-67D4-4C99-A6B5-3E9A2AEF5B7E}" dt="2024-06-24T06:18:20.570" v="34"/>
          <ac:graphicFrameMkLst>
            <pc:docMk/>
            <pc:sldMk cId="799417642" sldId="2147478458"/>
            <ac:graphicFrameMk id="7" creationId="{4776440F-532C-AEBD-7DB5-A269ED0B9086}"/>
          </ac:graphicFrameMkLst>
        </pc:graphicFrameChg>
        <pc:graphicFrameChg chg="add mod">
          <ac:chgData name="R K, Vaidyanath (V.)" userId="7d46c632-701f-42fa-9f74-1965520aafe2" providerId="ADAL" clId="{EB1D238A-67D4-4C99-A6B5-3E9A2AEF5B7E}" dt="2024-06-24T07:35:41.936" v="81" actId="571"/>
          <ac:graphicFrameMkLst>
            <pc:docMk/>
            <pc:sldMk cId="799417642" sldId="2147478458"/>
            <ac:graphicFrameMk id="8" creationId="{15726BA8-6910-EBF5-82E4-2DA41C7A4C19}"/>
          </ac:graphicFrameMkLst>
        </pc:graphicFrameChg>
      </pc:sldChg>
      <pc:sldChg chg="addSp delSp modSp add mod">
        <pc:chgData name="R K, Vaidyanath (V.)" userId="7d46c632-701f-42fa-9f74-1965520aafe2" providerId="ADAL" clId="{EB1D238A-67D4-4C99-A6B5-3E9A2AEF5B7E}" dt="2024-06-24T09:32:02.957" v="695" actId="20577"/>
        <pc:sldMkLst>
          <pc:docMk/>
          <pc:sldMk cId="680238345" sldId="2147478459"/>
        </pc:sldMkLst>
        <pc:spChg chg="mod">
          <ac:chgData name="R K, Vaidyanath (V.)" userId="7d46c632-701f-42fa-9f74-1965520aafe2" providerId="ADAL" clId="{EB1D238A-67D4-4C99-A6B5-3E9A2AEF5B7E}" dt="2024-06-24T09:32:02.957" v="695" actId="20577"/>
          <ac:spMkLst>
            <pc:docMk/>
            <pc:sldMk cId="680238345" sldId="2147478459"/>
            <ac:spMk id="4" creationId="{C505CC61-B080-47C5-35A9-6F9088541DE2}"/>
          </ac:spMkLst>
        </pc:spChg>
        <pc:graphicFrameChg chg="add del mod">
          <ac:chgData name="R K, Vaidyanath (V.)" userId="7d46c632-701f-42fa-9f74-1965520aafe2" providerId="ADAL" clId="{EB1D238A-67D4-4C99-A6B5-3E9A2AEF5B7E}" dt="2024-06-24T07:49:58.589" v="317"/>
          <ac:graphicFrameMkLst>
            <pc:docMk/>
            <pc:sldMk cId="680238345" sldId="2147478459"/>
            <ac:graphicFrameMk id="3" creationId="{D9682FDF-720C-86EF-23F9-85D56736B5F7}"/>
          </ac:graphicFrameMkLst>
        </pc:graphicFrameChg>
        <pc:graphicFrameChg chg="add del mod">
          <ac:chgData name="R K, Vaidyanath (V.)" userId="7d46c632-701f-42fa-9f74-1965520aafe2" providerId="ADAL" clId="{EB1D238A-67D4-4C99-A6B5-3E9A2AEF5B7E}" dt="2024-06-24T07:54:36.562" v="442" actId="478"/>
          <ac:graphicFrameMkLst>
            <pc:docMk/>
            <pc:sldMk cId="680238345" sldId="2147478459"/>
            <ac:graphicFrameMk id="6" creationId="{AECBAC8E-CD98-01A1-C334-9C475702EF4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5D0026-92D5-4505-8973-44A3DC854F9B}" type="datetimeFigureOut">
              <a:rPr lang="en-IN" smtClean="0"/>
              <a:t>24-06-2024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B438C-F156-40F4-BEEC-3AA172CF55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11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52D1B-941A-662F-62C2-B0EB8DB82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0740D4-6A94-5136-1DE8-DD666FF033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C3776-DDEA-6714-1540-5EDBEEA31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5689D-51A5-85AE-228E-5AB10ABD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EC7D7-F70D-A083-81EB-C86858F4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211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B122-440A-E468-F80A-E4ED468A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F36A-9194-195C-35B1-5926AFA40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3EDAF-B732-CA41-54CC-A0AC1422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EFB87-5B17-0C63-E0FC-B5C3F029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35623-1763-AAFE-3B79-831E86CFF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12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62EDC-8B87-8645-66C5-1C3900C9A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969F4-CDD6-AC49-49B4-A33F0DB9F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2B017-0FDD-C9EC-46C9-D702E0B46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9ED09-FE60-3ABE-9642-FBD5132F3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BF527-80BF-8E63-5606-7671DDA8F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033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62EA1-04F1-CE04-D3A1-0E232412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2B842-DC70-7A86-E27B-0768045B1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EB95E-7F60-86E3-D706-04C36B3BC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C69CD-F164-4DDC-9503-71A62D081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D4E74B-4920-1A4C-B4BC-CACF9F357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DBEB4-4BB0-A2D9-4A44-FA98A6E57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313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0496-E1DC-19EF-648A-B9C405E29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28B6D7-1836-5B84-3F3D-0E431FC6B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2D024E-3337-9A21-3A08-F688E8474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32DC8F-3039-AEC2-DBCA-81140655AB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1CFCA5-7871-8AAE-53B2-811B80B6DD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B9A85F-7A86-5861-28C4-4B199E642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D74A7E-B6E9-056A-EB46-5CCB58B95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5755C4-A303-8353-B471-BD0216B3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326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73F85-53AA-6249-8016-AB66F49E8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91EA8-D6FD-B7CB-7BA6-29D407754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8AA37-78C4-ECE9-8FEE-81C8F831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D21C2-1A56-890F-D17C-5F2B4118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46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3E39AD-9D3A-EF9C-F36A-303F07E14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5D49CD-2FEE-5B66-C8A3-872E48D5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1D036-121B-4D8C-2FBE-B7EF3F59F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3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3B77-A156-3172-66E1-44C5876E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D88F7-C51C-2AF0-C8FC-8C5C60B42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BAC035-9171-0938-2AD5-FAD8BBD74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35C34-B9B7-0C8B-EEEA-28FAB87A5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6594B-85FC-5DDE-A557-FB5337B7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743E66-C05B-84AD-78F7-2FE8BA5D3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6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ADCF6-E971-5391-CEBA-53F4C8DD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1A8658-13C5-A163-9E8B-AEE396CD9D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FD0AD-03F9-0EE0-F6B0-8DCEE8DC8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B1CC7A-E9DB-136B-1F1E-E95FF531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39BEE-B8D6-C302-B209-72034A901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F6F14B-BF1C-6E7A-4403-81C1E4C5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2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F622-C7E3-3F16-32E8-FA4719ACA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13FAE-0E6B-CE24-F832-077A7C615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16251-8B3C-CE59-EF16-5811ADFBA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A4668-42E3-D1C2-6CF4-1CFADADD8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0B24D-BCC2-C8C0-22E1-96B67CA36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858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9471D-422C-B826-84F7-2AD5678278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B4DF4-8D2A-B563-D191-FDFC6444DC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76602-8F54-78EE-9085-705787E80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4FD84-3674-53EA-67BB-8F2E73A4A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93F4B-4456-6C97-193A-472D95DB1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772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gradFill rotWithShape="0">
          <a:gsLst>
            <a:gs pos="0">
              <a:srgbClr val="01092E"/>
            </a:gs>
            <a:gs pos="77000">
              <a:srgbClr val="0D4171"/>
            </a:gs>
            <a:gs pos="100000">
              <a:srgbClr val="115B99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5CA1DD85-86B2-4D68-E180-C441954E97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F226B8-0611-05C4-70BC-CB709C43F3BE}"/>
              </a:ext>
            </a:extLst>
          </p:cNvPr>
          <p:cNvSpPr/>
          <p:nvPr userDrawn="1"/>
        </p:nvSpPr>
        <p:spPr>
          <a:xfrm rot="10800000">
            <a:off x="27171" y="0"/>
            <a:ext cx="12192000" cy="6858000"/>
          </a:xfrm>
          <a:prstGeom prst="rect">
            <a:avLst/>
          </a:prstGeom>
          <a:gradFill>
            <a:gsLst>
              <a:gs pos="77000">
                <a:srgbClr val="0D4171">
                  <a:alpha val="67266"/>
                </a:srgbClr>
              </a:gs>
              <a:gs pos="100000">
                <a:srgbClr val="115B99">
                  <a:alpha val="25000"/>
                </a:srgbClr>
              </a:gs>
              <a:gs pos="0">
                <a:srgbClr val="01092E">
                  <a:alpha val="41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228C47-FDC4-773B-DD9D-B68C4D16E2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0" y="376238"/>
            <a:ext cx="914400" cy="17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D3885A5-1EE9-131B-A8B2-C93855227337}"/>
              </a:ext>
            </a:extLst>
          </p:cNvPr>
          <p:cNvCxnSpPr/>
          <p:nvPr userDrawn="1"/>
        </p:nvCxnSpPr>
        <p:spPr>
          <a:xfrm>
            <a:off x="10934700" y="261938"/>
            <a:ext cx="914400" cy="0"/>
          </a:xfrm>
          <a:prstGeom prst="line">
            <a:avLst/>
          </a:prstGeom>
          <a:ln w="25400" cap="rnd">
            <a:solidFill>
              <a:srgbClr val="F491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738" y="203447"/>
            <a:ext cx="10515600" cy="628649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5BAE88-5808-B2A8-A5C0-9A7E262C02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92875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11705EC-BA41-15D8-E9EE-E240BF6B4C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69688" y="6492875"/>
            <a:ext cx="722312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10B72EB4-401C-4424-A064-EA4103DA27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496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867DBD-8E47-3ABF-1324-281DCF11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0F455-00AC-0A4A-4EBC-1685712DF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6D26EC-DED9-C804-D3CA-821A183F24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E1349-520E-412B-B5A9-566574F8F13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FA565-2B15-A6BE-BF2C-A195FB04BC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E32FE-08F5-EC97-8BAF-4D12213B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48F1A-BE86-4BAC-9EC0-7D67DD528A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3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visteon.atlassian.net/browse/DICMBD-47" TargetMode="External"/><Relationship Id="rId2" Type="http://schemas.openxmlformats.org/officeDocument/2006/relationships/hyperlink" Target="https://visteon.atlassian.net/browse/TFDCX32348-26059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visteon.atlassian.net/browse/DICMBD-47" TargetMode="External"/><Relationship Id="rId2" Type="http://schemas.openxmlformats.org/officeDocument/2006/relationships/hyperlink" Target="https://visteon.atlassian.net/browse/TFDCX32348-26059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visteon.atlassian.net/browse/DICMBD-47" TargetMode="External"/><Relationship Id="rId2" Type="http://schemas.openxmlformats.org/officeDocument/2006/relationships/hyperlink" Target="https://visteon.atlassian.net/browse/TFDCX32348-26059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visteon.atlassian.net/browse/DICMBD-47" TargetMode="External"/><Relationship Id="rId2" Type="http://schemas.openxmlformats.org/officeDocument/2006/relationships/hyperlink" Target="https://visteon.atlassian.net/browse/TFDCX32348-26059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5">
            <a:extLst>
              <a:ext uri="{FF2B5EF4-FFF2-40B4-BE49-F238E27FC236}">
                <a16:creationId xmlns:a16="http://schemas.microsoft.com/office/drawing/2014/main" id="{DAA3DC1A-1FD2-BF83-C089-617810443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1722"/>
            <a:ext cx="12269235" cy="6901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Graphic 4">
            <a:extLst>
              <a:ext uri="{FF2B5EF4-FFF2-40B4-BE49-F238E27FC236}">
                <a16:creationId xmlns:a16="http://schemas.microsoft.com/office/drawing/2014/main" id="{58FD56EC-D437-772D-2459-343358FDD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050" y="695571"/>
            <a:ext cx="3902338" cy="761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B1D9DA-8D63-6D36-399A-4C2B91F3C3C1}"/>
              </a:ext>
            </a:extLst>
          </p:cNvPr>
          <p:cNvSpPr txBox="1">
            <a:spLocks noChangeArrowheads="1"/>
          </p:cNvSpPr>
          <p:nvPr/>
        </p:nvSpPr>
        <p:spPr>
          <a:xfrm>
            <a:off x="527050" y="2376608"/>
            <a:ext cx="8456529" cy="84479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3600" dirty="0">
                <a:solidFill>
                  <a:srgbClr val="FFFFFF"/>
                </a:solidFill>
              </a:rPr>
              <a:t>UCL Interfaces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05AF-8344-A402-B1C1-3E497D16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203448"/>
            <a:ext cx="10078608" cy="47205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UCL interfaces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C9B5126-CA22-E990-D9C2-1EB7B0E41CA7}"/>
              </a:ext>
            </a:extLst>
          </p:cNvPr>
          <p:cNvSpPr txBox="1">
            <a:spLocks/>
          </p:cNvSpPr>
          <p:nvPr/>
        </p:nvSpPr>
        <p:spPr>
          <a:xfrm>
            <a:off x="245310" y="675504"/>
            <a:ext cx="9456049" cy="286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rgbClr val="FFFFFF"/>
                </a:solidFill>
              </a:rPr>
              <a:t>Task Id: </a:t>
            </a:r>
            <a:r>
              <a:rPr lang="en-US" sz="1200" dirty="0">
                <a:solidFill>
                  <a:srgbClr val="FFFFFF"/>
                </a:solidFill>
                <a:hlinkClick r:id="rId2"/>
              </a:rPr>
              <a:t>TFDCX32348-26059</a:t>
            </a:r>
            <a:r>
              <a:rPr lang="en-US" sz="1200" dirty="0">
                <a:solidFill>
                  <a:srgbClr val="FFFFFF"/>
                </a:solidFill>
              </a:rPr>
              <a:t>, </a:t>
            </a:r>
            <a:r>
              <a:rPr lang="en-US" sz="1200" dirty="0">
                <a:solidFill>
                  <a:srgbClr val="FFFFFF"/>
                </a:solidFill>
                <a:hlinkClick r:id="rId3"/>
              </a:rPr>
              <a:t>DICMBD-47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505CC61-B080-47C5-35A9-6F9088541DE2}"/>
              </a:ext>
            </a:extLst>
          </p:cNvPr>
          <p:cNvSpPr txBox="1">
            <a:spLocks/>
          </p:cNvSpPr>
          <p:nvPr/>
        </p:nvSpPr>
        <p:spPr>
          <a:xfrm>
            <a:off x="245310" y="1433726"/>
            <a:ext cx="9121327" cy="3772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Inter"/>
              </a:rPr>
              <a:t>UCL Interface (Leveraged fro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m Hyundai</a:t>
            </a:r>
            <a:r>
              <a:rPr lang="en-US" sz="1700" b="0" i="0" dirty="0">
                <a:solidFill>
                  <a:schemeClr val="bg1"/>
                </a:solidFill>
                <a:effectLst/>
                <a:latin typeface="Inter"/>
              </a:rPr>
              <a:t>):</a:t>
            </a:r>
          </a:p>
          <a:p>
            <a:pPr algn="l"/>
            <a:r>
              <a:rPr lang="en-US" sz="1400" b="0" i="0" dirty="0">
                <a:solidFill>
                  <a:schemeClr val="bg1"/>
                </a:solidFill>
                <a:effectLst/>
                <a:latin typeface="Inter"/>
              </a:rPr>
              <a:t>Showing a warning in Display</a:t>
            </a:r>
          </a:p>
          <a:p>
            <a:pPr algn="l"/>
            <a:r>
              <a:rPr lang="en-US" sz="1600" b="0" i="1" dirty="0" err="1">
                <a:solidFill>
                  <a:schemeClr val="bg1"/>
                </a:solidFill>
                <a:effectLst/>
                <a:latin typeface="Inter"/>
              </a:rPr>
              <a:t>UclWarningDisplayMsg</a:t>
            </a:r>
            <a:endParaRPr lang="en-US" sz="1300" b="0" i="1" dirty="0">
              <a:solidFill>
                <a:schemeClr val="bg1"/>
              </a:solidFill>
              <a:effectLst/>
              <a:latin typeface="Inter"/>
            </a:endParaRPr>
          </a:p>
          <a:p>
            <a:pPr algn="l"/>
            <a:r>
              <a:rPr lang="en-US" sz="1200" dirty="0">
                <a:solidFill>
                  <a:schemeClr val="bg1"/>
                </a:solidFill>
                <a:latin typeface="Inter"/>
              </a:rPr>
              <a:t>Description: Display / hide warning with dynamic data 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Inter"/>
              </a:rPr>
              <a:t>Timing: On change with a periodicity of 30ms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Inter"/>
              </a:rPr>
              <a:t>Arguments : show(uint8) ,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warningId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(uint16),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dynData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(uint8[6]);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Show :  Tells whether to display or not display the warning . Hide(0), Show (1),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StoreHide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(2)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warningId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Current warning ID (ensure the id &lt; Total number of available warnings)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dynData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Payload data</a:t>
            </a:r>
          </a:p>
          <a:p>
            <a:endParaRPr lang="en-US" sz="1200" dirty="0">
              <a:solidFill>
                <a:schemeClr val="bg1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110977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05AF-8344-A402-B1C1-3E497D16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203448"/>
            <a:ext cx="10078608" cy="47205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UCL interfaces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505CC61-B080-47C5-35A9-6F9088541DE2}"/>
              </a:ext>
            </a:extLst>
          </p:cNvPr>
          <p:cNvSpPr txBox="1">
            <a:spLocks/>
          </p:cNvSpPr>
          <p:nvPr/>
        </p:nvSpPr>
        <p:spPr>
          <a:xfrm>
            <a:off x="245310" y="1433726"/>
            <a:ext cx="10417389" cy="41538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Inter"/>
              </a:rPr>
              <a:t>UCL Interface(Leveraged from 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Hyundai</a:t>
            </a:r>
            <a:r>
              <a:rPr lang="en-US" sz="1700" b="0" i="0" dirty="0">
                <a:solidFill>
                  <a:schemeClr val="bg1"/>
                </a:solidFill>
                <a:effectLst/>
                <a:latin typeface="Inter"/>
              </a:rPr>
              <a:t>):</a:t>
            </a:r>
          </a:p>
          <a:p>
            <a:r>
              <a:rPr lang="en-US" sz="1400" dirty="0">
                <a:solidFill>
                  <a:schemeClr val="bg1"/>
                </a:solidFill>
                <a:latin typeface="Inter"/>
              </a:rPr>
              <a:t>Feedback from HMI i.e. Displayed status of the warning 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Inter"/>
              </a:rPr>
              <a:t>UclWarningStatusMsg</a:t>
            </a:r>
            <a:r>
              <a:rPr lang="en-US" sz="1600" dirty="0">
                <a:solidFill>
                  <a:schemeClr val="bg1"/>
                </a:solidFill>
                <a:latin typeface="Inter"/>
              </a:rPr>
              <a:t> 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Warning that is being displayed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 Timing: On write with a with a periodicity of 30ms</a:t>
            </a:r>
          </a:p>
          <a:p>
            <a:pPr algn="l"/>
            <a:r>
              <a:rPr lang="en-US" sz="1200" dirty="0">
                <a:solidFill>
                  <a:schemeClr val="bg1"/>
                </a:solidFill>
                <a:latin typeface="Inter"/>
              </a:rPr>
              <a:t>Arguments : visible(uint8) ,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warningId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(uint16),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dynData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(uint8[8]);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visible :  Tells whether the warning is in display or not. 0 - Not Visible, 1 - Visible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warningId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Current warning ID (ensure the id &lt; Total number of available warnings)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dynData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Payload data. i.e. Acknowledged, button handling.</a:t>
            </a:r>
          </a:p>
          <a:p>
            <a:endParaRPr lang="en-US" sz="120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A4D871-DC32-B37E-B22D-0137E12188EA}"/>
              </a:ext>
            </a:extLst>
          </p:cNvPr>
          <p:cNvSpPr txBox="1">
            <a:spLocks/>
          </p:cNvSpPr>
          <p:nvPr/>
        </p:nvSpPr>
        <p:spPr>
          <a:xfrm>
            <a:off x="245310" y="675504"/>
            <a:ext cx="9456049" cy="286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rgbClr val="FFFFFF"/>
                </a:solidFill>
              </a:rPr>
              <a:t>Task Id: </a:t>
            </a:r>
            <a:r>
              <a:rPr lang="en-US" sz="1200" dirty="0">
                <a:solidFill>
                  <a:srgbClr val="FFFFFF"/>
                </a:solidFill>
                <a:hlinkClick r:id="rId2"/>
              </a:rPr>
              <a:t>TFDCX32348-26059</a:t>
            </a:r>
            <a:r>
              <a:rPr lang="en-US" sz="1200" dirty="0">
                <a:solidFill>
                  <a:srgbClr val="FFFFFF"/>
                </a:solidFill>
              </a:rPr>
              <a:t>, </a:t>
            </a:r>
            <a:r>
              <a:rPr lang="en-US" sz="1200" dirty="0">
                <a:solidFill>
                  <a:srgbClr val="FFFFFF"/>
                </a:solidFill>
                <a:hlinkClick r:id="rId3"/>
              </a:rPr>
              <a:t>DICMBD-47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055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05AF-8344-A402-B1C1-3E497D16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203448"/>
            <a:ext cx="10078608" cy="47205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UCL interfaces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505CC61-B080-47C5-35A9-6F9088541DE2}"/>
              </a:ext>
            </a:extLst>
          </p:cNvPr>
          <p:cNvSpPr txBox="1">
            <a:spLocks/>
          </p:cNvSpPr>
          <p:nvPr/>
        </p:nvSpPr>
        <p:spPr>
          <a:xfrm>
            <a:off x="245310" y="1433726"/>
            <a:ext cx="10608618" cy="47487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Inter"/>
              </a:rPr>
              <a:t>UCL Interface(Leveraged from </a:t>
            </a:r>
            <a:r>
              <a:rPr lang="en-US" sz="1700" dirty="0">
                <a:solidFill>
                  <a:schemeClr val="bg1"/>
                </a:solidFill>
                <a:latin typeface="Inter"/>
              </a:rPr>
              <a:t>Hyundai</a:t>
            </a:r>
            <a:r>
              <a:rPr lang="en-US" sz="1700" b="0" i="0" dirty="0">
                <a:solidFill>
                  <a:schemeClr val="bg1"/>
                </a:solidFill>
                <a:effectLst/>
                <a:latin typeface="Inter"/>
              </a:rPr>
              <a:t>):</a:t>
            </a:r>
          </a:p>
          <a:p>
            <a:r>
              <a:rPr lang="en-US" sz="1400" dirty="0">
                <a:solidFill>
                  <a:schemeClr val="bg1"/>
                </a:solidFill>
                <a:latin typeface="Inter"/>
              </a:rPr>
              <a:t>Stored Warning:</a:t>
            </a:r>
          </a:p>
          <a:p>
            <a:r>
              <a:rPr lang="en-US" sz="1600" dirty="0" err="1">
                <a:solidFill>
                  <a:schemeClr val="bg1"/>
                </a:solidFill>
                <a:latin typeface="Inter"/>
              </a:rPr>
              <a:t>UclInfoTabData</a:t>
            </a:r>
            <a:r>
              <a:rPr lang="en-US" sz="1600" dirty="0">
                <a:solidFill>
                  <a:schemeClr val="bg1"/>
                </a:solidFill>
                <a:latin typeface="Inter"/>
              </a:rPr>
              <a:t> 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Stored Warning data that needs to be displayed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 Timing: On change Arguments :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InfoWarningCount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(uint8) ,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InfoWarningList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(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SInfoWarningList_t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[89]),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dynData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(uint8[8]);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InfoWarningCount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 Tells current number of active Stored warnings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InfoWarningList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ID of the stored warning and its payload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	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SInfoWarningList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WarningID</a:t>
            </a:r>
            <a:endParaRPr lang="en-US" sz="1200" dirty="0">
              <a:solidFill>
                <a:schemeClr val="bg1"/>
              </a:solidFill>
              <a:latin typeface="Inter"/>
            </a:endParaRP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		       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WarningPayload</a:t>
            </a:r>
            <a:endParaRPr lang="en-US" sz="1200" dirty="0">
              <a:solidFill>
                <a:schemeClr val="bg1"/>
              </a:solidFill>
              <a:latin typeface="Inter"/>
            </a:endParaRP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	</a:t>
            </a:r>
            <a:r>
              <a:rPr lang="en-US" sz="1200" dirty="0" err="1">
                <a:solidFill>
                  <a:schemeClr val="bg1"/>
                </a:solidFill>
                <a:latin typeface="Inter"/>
              </a:rPr>
              <a:t>dynData</a:t>
            </a:r>
            <a:r>
              <a:rPr lang="en-US" sz="1200" dirty="0">
                <a:solidFill>
                  <a:schemeClr val="bg1"/>
                </a:solidFill>
                <a:latin typeface="Inter"/>
              </a:rPr>
              <a:t> : (If needed)</a:t>
            </a:r>
          </a:p>
          <a:p>
            <a:r>
              <a:rPr lang="en-US" sz="1200" dirty="0">
                <a:solidFill>
                  <a:schemeClr val="bg1"/>
                </a:solidFill>
                <a:latin typeface="Inter"/>
              </a:rPr>
              <a:t>This message is program specific and will be finalized if  post concurrence </a:t>
            </a:r>
            <a:r>
              <a:rPr lang="en-US" sz="1200">
                <a:solidFill>
                  <a:schemeClr val="bg1"/>
                </a:solidFill>
                <a:latin typeface="Inter"/>
              </a:rPr>
              <a:t>with HMI.</a:t>
            </a:r>
            <a:endParaRPr lang="en-US" sz="1200" dirty="0">
              <a:solidFill>
                <a:schemeClr val="bg1"/>
              </a:solidFill>
              <a:latin typeface="Inter"/>
            </a:endParaRPr>
          </a:p>
          <a:p>
            <a:endParaRPr lang="en-US" sz="1200" dirty="0">
              <a:solidFill>
                <a:schemeClr val="bg1"/>
              </a:solidFill>
              <a:latin typeface="Inter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AA4D871-DC32-B37E-B22D-0137E12188EA}"/>
              </a:ext>
            </a:extLst>
          </p:cNvPr>
          <p:cNvSpPr txBox="1">
            <a:spLocks/>
          </p:cNvSpPr>
          <p:nvPr/>
        </p:nvSpPr>
        <p:spPr>
          <a:xfrm>
            <a:off x="245310" y="675504"/>
            <a:ext cx="9456049" cy="286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rgbClr val="FFFFFF"/>
                </a:solidFill>
              </a:rPr>
              <a:t>Task Id: </a:t>
            </a:r>
            <a:r>
              <a:rPr lang="en-US" sz="1200" dirty="0">
                <a:solidFill>
                  <a:srgbClr val="FFFFFF"/>
                </a:solidFill>
                <a:hlinkClick r:id="rId2"/>
              </a:rPr>
              <a:t>TFDCX32348-26059</a:t>
            </a:r>
            <a:r>
              <a:rPr lang="en-US" sz="1200" dirty="0">
                <a:solidFill>
                  <a:srgbClr val="FFFFFF"/>
                </a:solidFill>
              </a:rPr>
              <a:t>, </a:t>
            </a:r>
            <a:r>
              <a:rPr lang="en-US" sz="1200" dirty="0">
                <a:solidFill>
                  <a:srgbClr val="FFFFFF"/>
                </a:solidFill>
                <a:hlinkClick r:id="rId3"/>
              </a:rPr>
              <a:t>DICMBD-47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023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05AF-8344-A402-B1C1-3E497D166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38" y="203448"/>
            <a:ext cx="10078608" cy="47205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UCL interfaces - HLD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505CC61-B080-47C5-35A9-6F9088541DE2}"/>
              </a:ext>
            </a:extLst>
          </p:cNvPr>
          <p:cNvSpPr txBox="1">
            <a:spLocks/>
          </p:cNvSpPr>
          <p:nvPr/>
        </p:nvSpPr>
        <p:spPr>
          <a:xfrm>
            <a:off x="245311" y="1147560"/>
            <a:ext cx="10019036" cy="79275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700" b="0" i="0" dirty="0">
                <a:solidFill>
                  <a:schemeClr val="bg1"/>
                </a:solidFill>
                <a:effectLst/>
                <a:latin typeface="Inter"/>
              </a:rPr>
              <a:t>Interface:</a:t>
            </a:r>
          </a:p>
          <a:p>
            <a:r>
              <a:rPr lang="en-US" sz="1400" dirty="0">
                <a:solidFill>
                  <a:schemeClr val="bg1"/>
                </a:solidFill>
                <a:latin typeface="Inter"/>
              </a:rPr>
              <a:t>The following component needs to be added in SWC – </a:t>
            </a:r>
            <a:r>
              <a:rPr lang="en-US" sz="1400" dirty="0" err="1">
                <a:solidFill>
                  <a:schemeClr val="bg1"/>
                </a:solidFill>
                <a:latin typeface="Inter"/>
              </a:rPr>
              <a:t>CWarnMsg_Core_Observer</a:t>
            </a:r>
            <a:r>
              <a:rPr lang="en-US" sz="1400" dirty="0">
                <a:solidFill>
                  <a:schemeClr val="bg1"/>
                </a:solidFill>
                <a:latin typeface="Inter"/>
              </a:rPr>
              <a:t> and </a:t>
            </a:r>
            <a:r>
              <a:rPr lang="en-US" sz="1400" dirty="0" err="1">
                <a:solidFill>
                  <a:schemeClr val="bg1"/>
                </a:solidFill>
                <a:latin typeface="Inter"/>
              </a:rPr>
              <a:t>CWarnMsgCore_TmrSupport</a:t>
            </a:r>
            <a:endParaRPr lang="en-US" sz="1400" dirty="0">
              <a:solidFill>
                <a:schemeClr val="bg1"/>
              </a:solidFill>
              <a:latin typeface="Inter"/>
            </a:endParaRPr>
          </a:p>
          <a:p>
            <a:endParaRPr lang="en-US" sz="1200" dirty="0">
              <a:solidFill>
                <a:schemeClr val="bg1"/>
              </a:solidFill>
              <a:latin typeface="Inter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D2D7914-0E93-D65E-E11F-0D0901F50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406303"/>
              </p:ext>
            </p:extLst>
          </p:nvPr>
        </p:nvGraphicFramePr>
        <p:xfrm>
          <a:off x="245310" y="1940312"/>
          <a:ext cx="11395002" cy="29260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1658">
                  <a:extLst>
                    <a:ext uri="{9D8B030D-6E8A-4147-A177-3AD203B41FA5}">
                      <a16:colId xmlns:a16="http://schemas.microsoft.com/office/drawing/2014/main" val="2459728763"/>
                    </a:ext>
                  </a:extLst>
                </a:gridCol>
                <a:gridCol w="3872517">
                  <a:extLst>
                    <a:ext uri="{9D8B030D-6E8A-4147-A177-3AD203B41FA5}">
                      <a16:colId xmlns:a16="http://schemas.microsoft.com/office/drawing/2014/main" val="3504892057"/>
                    </a:ext>
                  </a:extLst>
                </a:gridCol>
                <a:gridCol w="1394427">
                  <a:extLst>
                    <a:ext uri="{9D8B030D-6E8A-4147-A177-3AD203B41FA5}">
                      <a16:colId xmlns:a16="http://schemas.microsoft.com/office/drawing/2014/main" val="1511791563"/>
                    </a:ext>
                  </a:extLst>
                </a:gridCol>
                <a:gridCol w="4139404">
                  <a:extLst>
                    <a:ext uri="{9D8B030D-6E8A-4147-A177-3AD203B41FA5}">
                      <a16:colId xmlns:a16="http://schemas.microsoft.com/office/drawing/2014/main" val="2029614589"/>
                    </a:ext>
                  </a:extLst>
                </a:gridCol>
                <a:gridCol w="1346996">
                  <a:extLst>
                    <a:ext uri="{9D8B030D-6E8A-4147-A177-3AD203B41FA5}">
                      <a16:colId xmlns:a16="http://schemas.microsoft.com/office/drawing/2014/main" val="3809113298"/>
                    </a:ext>
                  </a:extLst>
                </a:gridCol>
              </a:tblGrid>
              <a:tr h="350768"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S.No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Interface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Short 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Provider/Receiver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2626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Rte_Write_CWarnMsg_Core_Observer_WarningDisplayData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Sender-Receiver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This write port sends the data of the warning to be displayed to HMI via UCL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UCL Adapter (R)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95413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OnDre_UCL_WarnStatus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Client-Server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Invoked by </a:t>
                      </a:r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Rte_NonTrusted</a:t>
                      </a: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 on Acknowledgement to a warning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Inter"/>
                        </a:rPr>
                        <a:t>CWarnMsg_Core_Observer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Inter"/>
                        </a:rPr>
                        <a:t> 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2844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Rte_Send_CWarnMsg_Core_Observer_ppStoredWrnStsUCL_StoreWarningData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Sender-Receiver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This sends the stored warning data to the HMI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err="1">
                          <a:solidFill>
                            <a:schemeClr val="bg1"/>
                          </a:solidFill>
                          <a:latin typeface="Inter"/>
                        </a:rPr>
                        <a:t>CWarnMsg_Core_Observer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Inter"/>
                        </a:rPr>
                        <a:t> 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895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dirty="0" err="1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Rte_Read_CWarnMsg_Core_Observer_rpWarnStatus_WarningStatusData</a:t>
                      </a:r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Sender-Receiver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This read port receives the data of the warning displayed from HMI via UCL</a:t>
                      </a:r>
                    </a:p>
                    <a:p>
                      <a:endParaRPr lang="en-US" sz="1400" kern="1200" dirty="0">
                        <a:solidFill>
                          <a:schemeClr val="bg1"/>
                        </a:solidFill>
                        <a:latin typeface="Inter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bg1"/>
                          </a:solidFill>
                          <a:latin typeface="Inter"/>
                          <a:ea typeface="+mn-ea"/>
                          <a:cs typeface="+mn-cs"/>
                        </a:rPr>
                        <a:t>UCL Adapter (P)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510980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E1988AC9-E470-331F-482D-EEF2C2814256}"/>
              </a:ext>
            </a:extLst>
          </p:cNvPr>
          <p:cNvSpPr txBox="1">
            <a:spLocks/>
          </p:cNvSpPr>
          <p:nvPr/>
        </p:nvSpPr>
        <p:spPr>
          <a:xfrm>
            <a:off x="245310" y="675504"/>
            <a:ext cx="9456049" cy="286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Bahnschrift" panose="020B0502040204020203" pitchFamily="34" charset="0"/>
                <a:ea typeface="+mj-ea"/>
                <a:cs typeface="+mj-cs"/>
              </a:defRPr>
            </a:lvl1pPr>
          </a:lstStyle>
          <a:p>
            <a:r>
              <a:rPr lang="en-US" sz="1200" dirty="0">
                <a:solidFill>
                  <a:srgbClr val="FFFFFF"/>
                </a:solidFill>
              </a:rPr>
              <a:t>Task Id: </a:t>
            </a:r>
            <a:r>
              <a:rPr lang="en-US" sz="1200" dirty="0">
                <a:solidFill>
                  <a:srgbClr val="FFFFFF"/>
                </a:solidFill>
                <a:hlinkClick r:id="rId2"/>
              </a:rPr>
              <a:t>TFDCX32348-26059</a:t>
            </a:r>
            <a:r>
              <a:rPr lang="en-US" sz="1200" dirty="0">
                <a:solidFill>
                  <a:srgbClr val="FFFFFF"/>
                </a:solidFill>
              </a:rPr>
              <a:t>, </a:t>
            </a:r>
            <a:r>
              <a:rPr lang="en-US" sz="1200" dirty="0">
                <a:solidFill>
                  <a:srgbClr val="FFFFFF"/>
                </a:solidFill>
                <a:hlinkClick r:id="rId3"/>
              </a:rPr>
              <a:t>DICMBD-47</a:t>
            </a:r>
            <a:endParaRPr lang="en-US" sz="12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417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4269</TotalTime>
  <Words>484</Words>
  <Application>Microsoft Office PowerPoint</Application>
  <PresentationFormat>Widescreen</PresentationFormat>
  <Paragraphs>65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Bahnschrift</vt:lpstr>
      <vt:lpstr>Calibri</vt:lpstr>
      <vt:lpstr>Calibri Light</vt:lpstr>
      <vt:lpstr>Inter</vt:lpstr>
      <vt:lpstr>Office Theme</vt:lpstr>
      <vt:lpstr>PowerPoint Presentation</vt:lpstr>
      <vt:lpstr>UCL interfaces</vt:lpstr>
      <vt:lpstr>UCL interfaces</vt:lpstr>
      <vt:lpstr>UCL interfaces</vt:lpstr>
      <vt:lpstr>UCL interfaces - HLD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Raguraman, Yogeshwaran (Y.)</dc:creator>
  <cp:lastModifiedBy>R K, Vaidyanath (V.)</cp:lastModifiedBy>
  <cp:revision>34</cp:revision>
  <dcterms:created xsi:type="dcterms:W3CDTF">2024-02-12T08:47:17Z</dcterms:created>
  <dcterms:modified xsi:type="dcterms:W3CDTF">2024-06-24T12:09:31Z</dcterms:modified>
</cp:coreProperties>
</file>