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 id="2147483697" r:id="rId3"/>
    <p:sldMasterId id="2147483710" r:id="rId4"/>
  </p:sldMasterIdLst>
  <p:notesMasterIdLst>
    <p:notesMasterId r:id="rId16"/>
  </p:notesMasterIdLst>
  <p:sldIdLst>
    <p:sldId id="258" r:id="rId5"/>
    <p:sldId id="260" r:id="rId6"/>
    <p:sldId id="263" r:id="rId7"/>
    <p:sldId id="264" r:id="rId8"/>
    <p:sldId id="265" r:id="rId9"/>
    <p:sldId id="277" r:id="rId10"/>
    <p:sldId id="278" r:id="rId11"/>
    <p:sldId id="274" r:id="rId12"/>
    <p:sldId id="275" r:id="rId13"/>
    <p:sldId id="273" r:id="rId14"/>
    <p:sldId id="276"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92" autoAdjust="0"/>
  </p:normalViewPr>
  <p:slideViewPr>
    <p:cSldViewPr>
      <p:cViewPr varScale="1">
        <p:scale>
          <a:sx n="105" d="100"/>
          <a:sy n="105" d="100"/>
        </p:scale>
        <p:origin x="-144" y="-7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513BCF-C087-4A75-B290-AD0894AE2D91}" type="datetimeFigureOut">
              <a:rPr lang="en-US" smtClean="0"/>
              <a:t>3/25/2015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D68E8C-DEBC-4D83-B104-6E49B8D52CD6}" type="slidenum">
              <a:rPr lang="en-US" smtClean="0"/>
              <a:t>‹#›</a:t>
            </a:fld>
            <a:endParaRPr lang="en-US"/>
          </a:p>
        </p:txBody>
      </p:sp>
    </p:spTree>
    <p:extLst>
      <p:ext uri="{BB962C8B-B14F-4D97-AF65-F5344CB8AC3E}">
        <p14:creationId xmlns:p14="http://schemas.microsoft.com/office/powerpoint/2010/main" val="2308553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defTabSz="966788" eaLnBrk="0" hangingPunct="0">
              <a:defRPr sz="1400" b="1">
                <a:solidFill>
                  <a:schemeClr val="tx1"/>
                </a:solidFill>
                <a:latin typeface="Arial Narrow" pitchFamily="34" charset="0"/>
                <a:cs typeface="Arial" charset="0"/>
              </a:defRPr>
            </a:lvl1pPr>
            <a:lvl2pPr marL="742950" indent="-285750" defTabSz="966788" eaLnBrk="0" hangingPunct="0">
              <a:defRPr sz="1400" b="1">
                <a:solidFill>
                  <a:schemeClr val="tx1"/>
                </a:solidFill>
                <a:latin typeface="Arial Narrow" pitchFamily="34" charset="0"/>
                <a:cs typeface="Arial" charset="0"/>
              </a:defRPr>
            </a:lvl2pPr>
            <a:lvl3pPr marL="1143000" indent="-228600" defTabSz="966788" eaLnBrk="0" hangingPunct="0">
              <a:defRPr sz="1400" b="1">
                <a:solidFill>
                  <a:schemeClr val="tx1"/>
                </a:solidFill>
                <a:latin typeface="Arial Narrow" pitchFamily="34" charset="0"/>
                <a:cs typeface="Arial" charset="0"/>
              </a:defRPr>
            </a:lvl3pPr>
            <a:lvl4pPr marL="1600200" indent="-228600" defTabSz="966788" eaLnBrk="0" hangingPunct="0">
              <a:defRPr sz="1400" b="1">
                <a:solidFill>
                  <a:schemeClr val="tx1"/>
                </a:solidFill>
                <a:latin typeface="Arial Narrow" pitchFamily="34" charset="0"/>
                <a:cs typeface="Arial" charset="0"/>
              </a:defRPr>
            </a:lvl4pPr>
            <a:lvl5pPr marL="2057400" indent="-228600" defTabSz="966788" eaLnBrk="0" hangingPunct="0">
              <a:defRPr sz="1400" b="1">
                <a:solidFill>
                  <a:schemeClr val="tx1"/>
                </a:solidFill>
                <a:latin typeface="Arial Narrow" pitchFamily="34" charset="0"/>
                <a:cs typeface="Arial" charset="0"/>
              </a:defRPr>
            </a:lvl5pPr>
            <a:lvl6pPr marL="2514600" indent="-228600" algn="ctr" defTabSz="966788" eaLnBrk="0" fontAlgn="base" hangingPunct="0">
              <a:spcBef>
                <a:spcPct val="0"/>
              </a:spcBef>
              <a:spcAft>
                <a:spcPct val="0"/>
              </a:spcAft>
              <a:defRPr sz="1400" b="1">
                <a:solidFill>
                  <a:schemeClr val="tx1"/>
                </a:solidFill>
                <a:latin typeface="Arial Narrow" pitchFamily="34" charset="0"/>
                <a:cs typeface="Arial" charset="0"/>
              </a:defRPr>
            </a:lvl6pPr>
            <a:lvl7pPr marL="2971800" indent="-228600" algn="ctr" defTabSz="966788" eaLnBrk="0" fontAlgn="base" hangingPunct="0">
              <a:spcBef>
                <a:spcPct val="0"/>
              </a:spcBef>
              <a:spcAft>
                <a:spcPct val="0"/>
              </a:spcAft>
              <a:defRPr sz="1400" b="1">
                <a:solidFill>
                  <a:schemeClr val="tx1"/>
                </a:solidFill>
                <a:latin typeface="Arial Narrow" pitchFamily="34" charset="0"/>
                <a:cs typeface="Arial" charset="0"/>
              </a:defRPr>
            </a:lvl7pPr>
            <a:lvl8pPr marL="3429000" indent="-228600" algn="ctr" defTabSz="966788" eaLnBrk="0" fontAlgn="base" hangingPunct="0">
              <a:spcBef>
                <a:spcPct val="0"/>
              </a:spcBef>
              <a:spcAft>
                <a:spcPct val="0"/>
              </a:spcAft>
              <a:defRPr sz="1400" b="1">
                <a:solidFill>
                  <a:schemeClr val="tx1"/>
                </a:solidFill>
                <a:latin typeface="Arial Narrow" pitchFamily="34" charset="0"/>
                <a:cs typeface="Arial" charset="0"/>
              </a:defRPr>
            </a:lvl8pPr>
            <a:lvl9pPr marL="3886200" indent="-228600" algn="ctr" defTabSz="966788" eaLnBrk="0" fontAlgn="base" hangingPunct="0">
              <a:spcBef>
                <a:spcPct val="0"/>
              </a:spcBef>
              <a:spcAft>
                <a:spcPct val="0"/>
              </a:spcAft>
              <a:defRPr sz="1400" b="1">
                <a:solidFill>
                  <a:schemeClr val="tx1"/>
                </a:solidFill>
                <a:latin typeface="Arial Narrow" pitchFamily="34" charset="0"/>
                <a:cs typeface="Arial" charset="0"/>
              </a:defRPr>
            </a:lvl9pPr>
          </a:lstStyle>
          <a:p>
            <a:pPr eaLnBrk="1" hangingPunct="1"/>
            <a:fld id="{DCFB02D5-7FC1-447B-99D9-69BE312C6BEB}" type="slidenum">
              <a:rPr lang="en-US" sz="1300" b="0" smtClean="0">
                <a:solidFill>
                  <a:prstClr val="black"/>
                </a:solidFill>
                <a:latin typeface="Arial" charset="0"/>
              </a:rPr>
              <a:pPr eaLnBrk="1" hangingPunct="1"/>
              <a:t>1</a:t>
            </a:fld>
            <a:endParaRPr lang="en-US" sz="1300" b="0" dirty="0" smtClean="0">
              <a:solidFill>
                <a:prstClr val="black"/>
              </a:solidFill>
              <a:latin typeface="Arial"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pPr eaLnBrk="1" hangingPunct="1"/>
            <a:endParaRPr lang="fr-FR" dirty="0" smtClean="0">
              <a:latin typeface="Arial" charset="0"/>
              <a:cs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bg1"/>
        </a:solidFill>
        <a:effectLst/>
      </p:bgPr>
    </p:bg>
    <p:spTree>
      <p:nvGrpSpPr>
        <p:cNvPr id="1" name=""/>
        <p:cNvGrpSpPr/>
        <p:nvPr/>
      </p:nvGrpSpPr>
      <p:grpSpPr>
        <a:xfrm>
          <a:off x="0" y="0"/>
          <a:ext cx="0" cy="0"/>
          <a:chOff x="0" y="0"/>
          <a:chExt cx="0" cy="0"/>
        </a:xfrm>
      </p:grpSpPr>
      <p:pic>
        <p:nvPicPr>
          <p:cNvPr id="4" name="Picture 12"/>
          <p:cNvPicPr>
            <a:picLocks noChangeAspect="1" noChangeArrowheads="1"/>
          </p:cNvPicPr>
          <p:nvPr/>
        </p:nvPicPr>
        <p:blipFill>
          <a:blip r:embed="rId2">
            <a:extLst>
              <a:ext uri="{28A0092B-C50C-407E-A947-70E740481C1C}">
                <a14:useLocalDpi xmlns:a14="http://schemas.microsoft.com/office/drawing/2010/main" val="0"/>
              </a:ext>
            </a:extLst>
          </a:blip>
          <a:srcRect l="2184" r="4454"/>
          <a:stretch>
            <a:fillRect/>
          </a:stretch>
        </p:blipFill>
        <p:spPr bwMode="auto">
          <a:xfrm>
            <a:off x="0" y="3878263"/>
            <a:ext cx="9144000" cy="257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3"/>
          <p:cNvSpPr>
            <a:spLocks noChangeArrowheads="1"/>
          </p:cNvSpPr>
          <p:nvPr/>
        </p:nvSpPr>
        <p:spPr bwMode="auto">
          <a:xfrm>
            <a:off x="227013" y="6615113"/>
            <a:ext cx="4030662"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0" fontAlgn="base" hangingPunct="0">
              <a:spcBef>
                <a:spcPct val="0"/>
              </a:spcBef>
              <a:spcAft>
                <a:spcPct val="0"/>
              </a:spcAft>
            </a:pPr>
            <a:r>
              <a:rPr lang="en-US" sz="800">
                <a:solidFill>
                  <a:srgbClr val="5F5F5F"/>
                </a:solidFill>
              </a:rPr>
              <a:t>Strictly Private and Confidential</a:t>
            </a:r>
          </a:p>
        </p:txBody>
      </p:sp>
      <p:pic>
        <p:nvPicPr>
          <p:cNvPr id="6" name="Picture 4" descr="VisteonLOGOc-20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8663" y="582613"/>
            <a:ext cx="2736850"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Rectangle 6"/>
          <p:cNvSpPr>
            <a:spLocks noGrp="1" noChangeArrowheads="1"/>
          </p:cNvSpPr>
          <p:nvPr>
            <p:ph type="subTitle" sz="quarter" idx="1"/>
          </p:nvPr>
        </p:nvSpPr>
        <p:spPr>
          <a:xfrm>
            <a:off x="990600" y="3429000"/>
            <a:ext cx="7775575" cy="544513"/>
          </a:xfrm>
          <a:extLst>
            <a:ext uri="{91240B29-F687-4F45-9708-019B960494DF}">
              <a14:hiddenLine xmlns:a14="http://schemas.microsoft.com/office/drawing/2010/main" w="9525">
                <a:solidFill>
                  <a:schemeClr val="tx1"/>
                </a:solidFill>
                <a:miter lim="800000"/>
                <a:headEnd/>
                <a:tailEnd/>
              </a14:hiddenLine>
            </a:ext>
          </a:extLst>
        </p:spPr>
        <p:txBody>
          <a:bodyPr lIns="91440" tIns="45720" rIns="91440" bIns="45720"/>
          <a:lstStyle>
            <a:lvl1pPr marL="0" indent="0" algn="r">
              <a:spcBef>
                <a:spcPct val="0"/>
              </a:spcBef>
              <a:buFont typeface="Wingdings 2" pitchFamily="18" charset="2"/>
              <a:buNone/>
              <a:defRPr sz="1500">
                <a:solidFill>
                  <a:srgbClr val="777777"/>
                </a:solidFill>
              </a:defRPr>
            </a:lvl1pPr>
          </a:lstStyle>
          <a:p>
            <a:pPr lvl="0"/>
            <a:r>
              <a:rPr lang="en-US" noProof="0" smtClean="0"/>
              <a:t>Click to edit Master subtitle style</a:t>
            </a:r>
          </a:p>
        </p:txBody>
      </p:sp>
      <p:sp>
        <p:nvSpPr>
          <p:cNvPr id="9221" name="Rectangle 5"/>
          <p:cNvSpPr>
            <a:spLocks noGrp="1" noChangeArrowheads="1"/>
          </p:cNvSpPr>
          <p:nvPr>
            <p:ph type="ctrTitle" sz="quarter"/>
          </p:nvPr>
        </p:nvSpPr>
        <p:spPr>
          <a:xfrm>
            <a:off x="993775" y="2755900"/>
            <a:ext cx="7772400" cy="669925"/>
          </a:xfrm>
          <a:extLst>
            <a:ext uri="{91240B29-F687-4F45-9708-019B960494DF}">
              <a14:hiddenLine xmlns:a14="http://schemas.microsoft.com/office/drawing/2010/main" w="9525">
                <a:solidFill>
                  <a:schemeClr val="tx1"/>
                </a:solidFill>
                <a:miter lim="800000"/>
                <a:headEnd/>
                <a:tailEnd/>
              </a14:hiddenLine>
            </a:ext>
          </a:extLst>
        </p:spPr>
        <p:txBody>
          <a:bodyPr lIns="91440" tIns="45720" rIns="91440" bIns="45720" anchor="t"/>
          <a:lstStyle>
            <a:lvl1pPr algn="r">
              <a:spcBef>
                <a:spcPct val="75000"/>
              </a:spcBef>
              <a:buClr>
                <a:schemeClr val="tx2"/>
              </a:buClr>
              <a:buFont typeface="Wingdings 2" pitchFamily="18" charset="2"/>
              <a:buNone/>
              <a:defRPr b="1"/>
            </a:lvl1pPr>
          </a:lstStyle>
          <a:p>
            <a:pPr lvl="0"/>
            <a:r>
              <a:rPr lang="en-US" noProof="0" smtClean="0"/>
              <a:t>Click to edit Master title style</a:t>
            </a:r>
          </a:p>
        </p:txBody>
      </p:sp>
    </p:spTree>
    <p:extLst>
      <p:ext uri="{BB962C8B-B14F-4D97-AF65-F5344CB8AC3E}">
        <p14:creationId xmlns:p14="http://schemas.microsoft.com/office/powerpoint/2010/main" val="4213999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4AB5F369-4436-47A7-922E-B9DBBB27244C}"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2429129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Modifiez les styles du texte du masque</a:t>
            </a:r>
          </a:p>
        </p:txBody>
      </p:sp>
      <p:sp>
        <p:nvSpPr>
          <p:cNvPr id="4"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60BEF8C1-5E97-42C6-8232-3F367F405861}"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3446027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322263" y="950913"/>
            <a:ext cx="4173537" cy="5273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950913"/>
            <a:ext cx="4173538" cy="5273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1235F41F-2EC5-4085-8C1D-9653BD7832F6}"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848331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B1E6CE02-84C4-44BA-9923-1757F2EF9177}"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1982201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80C3D74F-F3AC-4123-987A-32BCD4E8486C}"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2785721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941DEB33-009E-4052-BA2B-8048D4E40217}"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2466189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2E1B9BF7-A26C-477D-BAAE-01D453DAC478}"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1673933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69CBBF72-46DD-4746-8A1E-62DFD6F8F69C}"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770728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2A2C23C7-2D1B-4574-A4B1-F91AF58E2843}"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557373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97663" y="122238"/>
            <a:ext cx="2124075" cy="6102350"/>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322263" y="122238"/>
            <a:ext cx="6223000" cy="6102350"/>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91F1BC0E-0F1A-45D0-AEC8-00CF17524FA7}"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3208395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2" descr="Titl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69850"/>
            <a:ext cx="8991600" cy="671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2580" name="Rectangle 4"/>
          <p:cNvSpPr>
            <a:spLocks noGrp="1" noChangeArrowheads="1"/>
          </p:cNvSpPr>
          <p:nvPr>
            <p:ph type="subTitle" idx="1"/>
          </p:nvPr>
        </p:nvSpPr>
        <p:spPr>
          <a:xfrm>
            <a:off x="390525" y="5640388"/>
            <a:ext cx="6532563" cy="474662"/>
          </a:xfrm>
        </p:spPr>
        <p:txBody>
          <a:bodyPr/>
          <a:lstStyle>
            <a:lvl1pPr marL="0" indent="0">
              <a:spcBef>
                <a:spcPct val="0"/>
              </a:spcBef>
              <a:buFontTx/>
              <a:buNone/>
              <a:defRPr sz="2000"/>
            </a:lvl1pPr>
          </a:lstStyle>
          <a:p>
            <a:r>
              <a:rPr lang="en-US"/>
              <a:t>Click to edit Master subtitle style</a:t>
            </a:r>
          </a:p>
        </p:txBody>
      </p:sp>
      <p:sp>
        <p:nvSpPr>
          <p:cNvPr id="2072586" name="Rectangle 10"/>
          <p:cNvSpPr>
            <a:spLocks noGrp="1" noChangeArrowheads="1"/>
          </p:cNvSpPr>
          <p:nvPr>
            <p:ph type="ctrTitle"/>
          </p:nvPr>
        </p:nvSpPr>
        <p:spPr>
          <a:xfrm>
            <a:off x="395288" y="4505325"/>
            <a:ext cx="8359775" cy="1189038"/>
          </a:xfrm>
        </p:spPr>
        <p:txBody>
          <a:bodyPr/>
          <a:lstStyle>
            <a:lvl1pPr>
              <a:defRPr sz="3200"/>
            </a:lvl1pPr>
          </a:lstStyle>
          <a:p>
            <a:r>
              <a:rPr lang="en-US"/>
              <a:t>Click to edit Master Title Style</a:t>
            </a:r>
          </a:p>
        </p:txBody>
      </p:sp>
      <p:sp>
        <p:nvSpPr>
          <p:cNvPr id="5" name="Rectangle 13"/>
          <p:cNvSpPr>
            <a:spLocks noGrp="1" noChangeArrowheads="1"/>
          </p:cNvSpPr>
          <p:nvPr>
            <p:ph type="sldNum" sz="quarter" idx="10"/>
          </p:nvPr>
        </p:nvSpPr>
        <p:spPr>
          <a:xfrm>
            <a:off x="101600" y="6438900"/>
            <a:ext cx="2459038" cy="457200"/>
          </a:xfrm>
        </p:spPr>
        <p:txBody>
          <a:bodyPr/>
          <a:lstStyle>
            <a:lvl1pPr>
              <a:defRPr>
                <a:solidFill>
                  <a:srgbClr val="5F5F5F"/>
                </a:solidFill>
              </a:defRPr>
            </a:lvl1pPr>
          </a:lstStyle>
          <a:p>
            <a:pPr>
              <a:defRPr/>
            </a:pPr>
            <a:fld id="{49E5064E-D9E7-4715-AA7D-A29CC1BD1631}" type="slidenum">
              <a:rPr lang="en-US"/>
              <a:pPr>
                <a:defRPr/>
              </a:pPr>
              <a:t>‹#›</a:t>
            </a:fld>
            <a:r>
              <a:rPr lang="en-US" dirty="0"/>
              <a:t>   Visteon Confidential</a:t>
            </a:r>
          </a:p>
        </p:txBody>
      </p:sp>
    </p:spTree>
    <p:extLst>
      <p:ext uri="{BB962C8B-B14F-4D97-AF65-F5344CB8AC3E}">
        <p14:creationId xmlns:p14="http://schemas.microsoft.com/office/powerpoint/2010/main" val="3372611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3E0E2E46-79E7-44E6-A0A7-D7BD907EC26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56954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3"/>
          <p:cNvSpPr>
            <a:spLocks noGrp="1" noChangeArrowheads="1"/>
          </p:cNvSpPr>
          <p:nvPr>
            <p:ph type="sldNum" sz="quarter" idx="10"/>
          </p:nvPr>
        </p:nvSpPr>
        <p:spPr>
          <a:ln/>
        </p:spPr>
        <p:txBody>
          <a:bodyPr/>
          <a:lstStyle>
            <a:lvl1pPr>
              <a:defRPr/>
            </a:lvl1pPr>
          </a:lstStyle>
          <a:p>
            <a:pPr>
              <a:defRPr/>
            </a:pPr>
            <a:fld id="{F6595818-23B2-44FE-9F85-51F7A5A2049F}"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8910460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09575" y="1138238"/>
            <a:ext cx="4087813" cy="4922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9788" y="1138238"/>
            <a:ext cx="4087812" cy="4922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3"/>
          <p:cNvSpPr>
            <a:spLocks noGrp="1" noChangeArrowheads="1"/>
          </p:cNvSpPr>
          <p:nvPr>
            <p:ph type="sldNum" sz="quarter" idx="10"/>
          </p:nvPr>
        </p:nvSpPr>
        <p:spPr>
          <a:ln/>
        </p:spPr>
        <p:txBody>
          <a:bodyPr/>
          <a:lstStyle>
            <a:lvl1pPr>
              <a:defRPr/>
            </a:lvl1pPr>
          </a:lstStyle>
          <a:p>
            <a:pPr>
              <a:defRPr/>
            </a:pPr>
            <a:fld id="{1D9B4902-04B4-4291-860B-BBDC9D7DB1F0}"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7906701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3"/>
          <p:cNvSpPr>
            <a:spLocks noGrp="1" noChangeArrowheads="1"/>
          </p:cNvSpPr>
          <p:nvPr>
            <p:ph type="sldNum" sz="quarter" idx="10"/>
          </p:nvPr>
        </p:nvSpPr>
        <p:spPr>
          <a:ln/>
        </p:spPr>
        <p:txBody>
          <a:bodyPr/>
          <a:lstStyle>
            <a:lvl1pPr>
              <a:defRPr/>
            </a:lvl1pPr>
          </a:lstStyle>
          <a:p>
            <a:pPr>
              <a:defRPr/>
            </a:pPr>
            <a:fld id="{E0EDF41B-022C-48A3-ACF9-B453854A3F43}"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6903263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3"/>
          <p:cNvSpPr>
            <a:spLocks noGrp="1" noChangeArrowheads="1"/>
          </p:cNvSpPr>
          <p:nvPr>
            <p:ph type="sldNum" sz="quarter" idx="10"/>
          </p:nvPr>
        </p:nvSpPr>
        <p:spPr>
          <a:ln/>
        </p:spPr>
        <p:txBody>
          <a:bodyPr/>
          <a:lstStyle>
            <a:lvl1pPr>
              <a:defRPr/>
            </a:lvl1pPr>
          </a:lstStyle>
          <a:p>
            <a:pPr>
              <a:defRPr/>
            </a:pPr>
            <a:fld id="{2714C41C-55FD-46FA-9437-A14AE6207380}"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11136514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a:ln/>
        </p:spPr>
        <p:txBody>
          <a:bodyPr/>
          <a:lstStyle>
            <a:lvl1pPr>
              <a:defRPr/>
            </a:lvl1pPr>
          </a:lstStyle>
          <a:p>
            <a:pPr>
              <a:defRPr/>
            </a:pPr>
            <a:fld id="{42E0F4F8-0D77-4769-8209-A0BCD8D871B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4887120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fld id="{AFC886E8-FCFF-48E5-B175-AD82900AD894}"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8358058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fld id="{A6E743AF-9E9A-41D6-91F5-E1F13C5CF7F3}"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4619046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4CAD38C4-91E5-465C-9594-B4E01078109A}"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42433919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6538" y="173038"/>
            <a:ext cx="2151062" cy="588803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33350" y="173038"/>
            <a:ext cx="6300788" cy="58880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77167275-3458-44B3-802B-E53D4AD16BF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11625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33350" y="173038"/>
            <a:ext cx="7694613" cy="609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09575" y="1138238"/>
            <a:ext cx="8328025" cy="4922837"/>
          </a:xfrm>
        </p:spPr>
        <p:txBody>
          <a:bodyPr/>
          <a:lstStyle/>
          <a:p>
            <a:pPr lvl="0"/>
            <a:endParaRPr lang="en-US" noProof="0"/>
          </a:p>
        </p:txBody>
      </p:sp>
      <p:sp>
        <p:nvSpPr>
          <p:cNvPr id="4" name="Rectangle 13"/>
          <p:cNvSpPr>
            <a:spLocks noGrp="1" noChangeArrowheads="1"/>
          </p:cNvSpPr>
          <p:nvPr>
            <p:ph type="sldNum" sz="quarter" idx="10"/>
          </p:nvPr>
        </p:nvSpPr>
        <p:spPr>
          <a:ln/>
        </p:spPr>
        <p:txBody>
          <a:bodyPr/>
          <a:lstStyle>
            <a:lvl1pPr>
              <a:defRPr/>
            </a:lvl1pPr>
          </a:lstStyle>
          <a:p>
            <a:pPr>
              <a:defRPr/>
            </a:pPr>
            <a:fld id="{32A3BAEB-D7D6-48E8-9545-FBFCF0EB3280}"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16865513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2" descr="Titl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69850"/>
            <a:ext cx="8991600" cy="671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2580" name="Rectangle 4"/>
          <p:cNvSpPr>
            <a:spLocks noGrp="1" noChangeArrowheads="1"/>
          </p:cNvSpPr>
          <p:nvPr>
            <p:ph type="subTitle" idx="1"/>
          </p:nvPr>
        </p:nvSpPr>
        <p:spPr>
          <a:xfrm>
            <a:off x="390525" y="5640388"/>
            <a:ext cx="6532563" cy="474662"/>
          </a:xfrm>
        </p:spPr>
        <p:txBody>
          <a:bodyPr/>
          <a:lstStyle>
            <a:lvl1pPr marL="0" indent="0">
              <a:spcBef>
                <a:spcPct val="0"/>
              </a:spcBef>
              <a:buFontTx/>
              <a:buNone/>
              <a:defRPr sz="2000"/>
            </a:lvl1pPr>
          </a:lstStyle>
          <a:p>
            <a:r>
              <a:rPr lang="en-US"/>
              <a:t>Click to edit Master subtitle style</a:t>
            </a:r>
          </a:p>
        </p:txBody>
      </p:sp>
      <p:sp>
        <p:nvSpPr>
          <p:cNvPr id="2072586" name="Rectangle 10"/>
          <p:cNvSpPr>
            <a:spLocks noGrp="1" noChangeArrowheads="1"/>
          </p:cNvSpPr>
          <p:nvPr>
            <p:ph type="ctrTitle"/>
          </p:nvPr>
        </p:nvSpPr>
        <p:spPr>
          <a:xfrm>
            <a:off x="395288" y="4505325"/>
            <a:ext cx="8359775" cy="1189038"/>
          </a:xfrm>
        </p:spPr>
        <p:txBody>
          <a:bodyPr/>
          <a:lstStyle>
            <a:lvl1pPr>
              <a:defRPr sz="3200"/>
            </a:lvl1pPr>
          </a:lstStyle>
          <a:p>
            <a:r>
              <a:rPr lang="en-US"/>
              <a:t>Click to edit Master Title Style</a:t>
            </a:r>
          </a:p>
        </p:txBody>
      </p:sp>
      <p:sp>
        <p:nvSpPr>
          <p:cNvPr id="5" name="Rectangle 13"/>
          <p:cNvSpPr>
            <a:spLocks noGrp="1" noChangeArrowheads="1"/>
          </p:cNvSpPr>
          <p:nvPr>
            <p:ph type="sldNum" sz="quarter" idx="10"/>
          </p:nvPr>
        </p:nvSpPr>
        <p:spPr>
          <a:xfrm>
            <a:off x="101600" y="6438900"/>
            <a:ext cx="2459038" cy="457200"/>
          </a:xfrm>
        </p:spPr>
        <p:txBody>
          <a:bodyPr/>
          <a:lstStyle>
            <a:lvl1pPr>
              <a:defRPr>
                <a:solidFill>
                  <a:srgbClr val="5F5F5F"/>
                </a:solidFill>
              </a:defRPr>
            </a:lvl1pPr>
          </a:lstStyle>
          <a:p>
            <a:pPr>
              <a:defRPr/>
            </a:pPr>
            <a:fld id="{49E5064E-D9E7-4715-AA7D-A29CC1BD1631}" type="slidenum">
              <a:rPr lang="en-US"/>
              <a:pPr>
                <a:defRPr/>
              </a:pPr>
              <a:t>‹#›</a:t>
            </a:fld>
            <a:r>
              <a:rPr lang="en-US" dirty="0"/>
              <a:t>   Visteon Confidential</a:t>
            </a:r>
          </a:p>
        </p:txBody>
      </p:sp>
    </p:spTree>
    <p:extLst>
      <p:ext uri="{BB962C8B-B14F-4D97-AF65-F5344CB8AC3E}">
        <p14:creationId xmlns:p14="http://schemas.microsoft.com/office/powerpoint/2010/main" val="33068437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3E0E2E46-79E7-44E6-A0A7-D7BD907EC26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10771553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3"/>
          <p:cNvSpPr>
            <a:spLocks noGrp="1" noChangeArrowheads="1"/>
          </p:cNvSpPr>
          <p:nvPr>
            <p:ph type="sldNum" sz="quarter" idx="10"/>
          </p:nvPr>
        </p:nvSpPr>
        <p:spPr>
          <a:ln/>
        </p:spPr>
        <p:txBody>
          <a:bodyPr/>
          <a:lstStyle>
            <a:lvl1pPr>
              <a:defRPr/>
            </a:lvl1pPr>
          </a:lstStyle>
          <a:p>
            <a:pPr>
              <a:defRPr/>
            </a:pPr>
            <a:fld id="{F6595818-23B2-44FE-9F85-51F7A5A2049F}"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8453561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09575" y="1138238"/>
            <a:ext cx="4087813" cy="4922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9788" y="1138238"/>
            <a:ext cx="4087812" cy="4922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3"/>
          <p:cNvSpPr>
            <a:spLocks noGrp="1" noChangeArrowheads="1"/>
          </p:cNvSpPr>
          <p:nvPr>
            <p:ph type="sldNum" sz="quarter" idx="10"/>
          </p:nvPr>
        </p:nvSpPr>
        <p:spPr>
          <a:ln/>
        </p:spPr>
        <p:txBody>
          <a:bodyPr/>
          <a:lstStyle>
            <a:lvl1pPr>
              <a:defRPr/>
            </a:lvl1pPr>
          </a:lstStyle>
          <a:p>
            <a:pPr>
              <a:defRPr/>
            </a:pPr>
            <a:fld id="{1D9B4902-04B4-4291-860B-BBDC9D7DB1F0}"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5250929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3"/>
          <p:cNvSpPr>
            <a:spLocks noGrp="1" noChangeArrowheads="1"/>
          </p:cNvSpPr>
          <p:nvPr>
            <p:ph type="sldNum" sz="quarter" idx="10"/>
          </p:nvPr>
        </p:nvSpPr>
        <p:spPr>
          <a:ln/>
        </p:spPr>
        <p:txBody>
          <a:bodyPr/>
          <a:lstStyle>
            <a:lvl1pPr>
              <a:defRPr/>
            </a:lvl1pPr>
          </a:lstStyle>
          <a:p>
            <a:pPr>
              <a:defRPr/>
            </a:pPr>
            <a:fld id="{E0EDF41B-022C-48A3-ACF9-B453854A3F43}"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5502977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3"/>
          <p:cNvSpPr>
            <a:spLocks noGrp="1" noChangeArrowheads="1"/>
          </p:cNvSpPr>
          <p:nvPr>
            <p:ph type="sldNum" sz="quarter" idx="10"/>
          </p:nvPr>
        </p:nvSpPr>
        <p:spPr>
          <a:ln/>
        </p:spPr>
        <p:txBody>
          <a:bodyPr/>
          <a:lstStyle>
            <a:lvl1pPr>
              <a:defRPr/>
            </a:lvl1pPr>
          </a:lstStyle>
          <a:p>
            <a:pPr>
              <a:defRPr/>
            </a:pPr>
            <a:fld id="{2714C41C-55FD-46FA-9437-A14AE6207380}"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17013171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a:ln/>
        </p:spPr>
        <p:txBody>
          <a:bodyPr/>
          <a:lstStyle>
            <a:lvl1pPr>
              <a:defRPr/>
            </a:lvl1pPr>
          </a:lstStyle>
          <a:p>
            <a:pPr>
              <a:defRPr/>
            </a:pPr>
            <a:fld id="{42E0F4F8-0D77-4769-8209-A0BCD8D871B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0706667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fld id="{AFC886E8-FCFF-48E5-B175-AD82900AD894}"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9132915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fld id="{A6E743AF-9E9A-41D6-91F5-E1F13C5CF7F3}"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7874811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4CAD38C4-91E5-465C-9594-B4E01078109A}"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41838138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6538" y="173038"/>
            <a:ext cx="2151062" cy="588803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33350" y="173038"/>
            <a:ext cx="6300788" cy="58880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77167275-3458-44B3-802B-E53D4AD16BF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1673370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33350" y="173038"/>
            <a:ext cx="7694613" cy="609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09575" y="1138238"/>
            <a:ext cx="8328025" cy="4922837"/>
          </a:xfrm>
        </p:spPr>
        <p:txBody>
          <a:bodyPr/>
          <a:lstStyle/>
          <a:p>
            <a:pPr lvl="0"/>
            <a:endParaRPr lang="en-US" noProof="0"/>
          </a:p>
        </p:txBody>
      </p:sp>
      <p:sp>
        <p:nvSpPr>
          <p:cNvPr id="4" name="Rectangle 13"/>
          <p:cNvSpPr>
            <a:spLocks noGrp="1" noChangeArrowheads="1"/>
          </p:cNvSpPr>
          <p:nvPr>
            <p:ph type="sldNum" sz="quarter" idx="10"/>
          </p:nvPr>
        </p:nvSpPr>
        <p:spPr>
          <a:ln/>
        </p:spPr>
        <p:txBody>
          <a:bodyPr/>
          <a:lstStyle>
            <a:lvl1pPr>
              <a:defRPr/>
            </a:lvl1pPr>
          </a:lstStyle>
          <a:p>
            <a:pPr>
              <a:defRPr/>
            </a:pPr>
            <a:fld id="{32A3BAEB-D7D6-48E8-9545-FBFCF0EB3280}"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9734883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2" descr="Titl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69850"/>
            <a:ext cx="8991600" cy="671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2580" name="Rectangle 4"/>
          <p:cNvSpPr>
            <a:spLocks noGrp="1" noChangeArrowheads="1"/>
          </p:cNvSpPr>
          <p:nvPr>
            <p:ph type="subTitle" idx="1"/>
          </p:nvPr>
        </p:nvSpPr>
        <p:spPr>
          <a:xfrm>
            <a:off x="390525" y="5640388"/>
            <a:ext cx="6532563" cy="474662"/>
          </a:xfrm>
        </p:spPr>
        <p:txBody>
          <a:bodyPr/>
          <a:lstStyle>
            <a:lvl1pPr marL="0" indent="0">
              <a:spcBef>
                <a:spcPct val="0"/>
              </a:spcBef>
              <a:buFontTx/>
              <a:buNone/>
              <a:defRPr sz="2000"/>
            </a:lvl1pPr>
          </a:lstStyle>
          <a:p>
            <a:r>
              <a:rPr lang="en-US"/>
              <a:t>Click to edit Master subtitle style</a:t>
            </a:r>
          </a:p>
        </p:txBody>
      </p:sp>
      <p:sp>
        <p:nvSpPr>
          <p:cNvPr id="2072586" name="Rectangle 10"/>
          <p:cNvSpPr>
            <a:spLocks noGrp="1" noChangeArrowheads="1"/>
          </p:cNvSpPr>
          <p:nvPr>
            <p:ph type="ctrTitle"/>
          </p:nvPr>
        </p:nvSpPr>
        <p:spPr>
          <a:xfrm>
            <a:off x="395288" y="4505325"/>
            <a:ext cx="8359775" cy="1189038"/>
          </a:xfrm>
        </p:spPr>
        <p:txBody>
          <a:bodyPr/>
          <a:lstStyle>
            <a:lvl1pPr>
              <a:defRPr sz="3200"/>
            </a:lvl1pPr>
          </a:lstStyle>
          <a:p>
            <a:r>
              <a:rPr lang="en-US"/>
              <a:t>Click to edit Master Title Style</a:t>
            </a:r>
          </a:p>
        </p:txBody>
      </p:sp>
      <p:sp>
        <p:nvSpPr>
          <p:cNvPr id="5" name="Rectangle 13"/>
          <p:cNvSpPr>
            <a:spLocks noGrp="1" noChangeArrowheads="1"/>
          </p:cNvSpPr>
          <p:nvPr>
            <p:ph type="sldNum" sz="quarter" idx="10"/>
          </p:nvPr>
        </p:nvSpPr>
        <p:spPr>
          <a:xfrm>
            <a:off x="101600" y="6438900"/>
            <a:ext cx="2459038" cy="457200"/>
          </a:xfrm>
        </p:spPr>
        <p:txBody>
          <a:bodyPr/>
          <a:lstStyle>
            <a:lvl1pPr>
              <a:defRPr>
                <a:solidFill>
                  <a:srgbClr val="5F5F5F"/>
                </a:solidFill>
              </a:defRPr>
            </a:lvl1pPr>
          </a:lstStyle>
          <a:p>
            <a:pPr>
              <a:defRPr/>
            </a:pPr>
            <a:fld id="{FD154F10-F73B-4F67-B634-F838A53F6BBD}" type="slidenum">
              <a:rPr lang="en-US"/>
              <a:pPr>
                <a:defRPr/>
              </a:pPr>
              <a:t>‹#›</a:t>
            </a:fld>
            <a:r>
              <a:rPr lang="en-US" dirty="0"/>
              <a:t>   Visteon Confidential</a:t>
            </a:r>
          </a:p>
        </p:txBody>
      </p:sp>
    </p:spTree>
    <p:extLst>
      <p:ext uri="{BB962C8B-B14F-4D97-AF65-F5344CB8AC3E}">
        <p14:creationId xmlns:p14="http://schemas.microsoft.com/office/powerpoint/2010/main" val="91572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2D2A8B4C-0A5D-4A82-887B-899CCC2FDA1C}"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3418008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3"/>
          <p:cNvSpPr>
            <a:spLocks noGrp="1" noChangeArrowheads="1"/>
          </p:cNvSpPr>
          <p:nvPr>
            <p:ph type="sldNum" sz="quarter" idx="10"/>
          </p:nvPr>
        </p:nvSpPr>
        <p:spPr>
          <a:ln/>
        </p:spPr>
        <p:txBody>
          <a:bodyPr/>
          <a:lstStyle>
            <a:lvl1pPr>
              <a:defRPr/>
            </a:lvl1pPr>
          </a:lstStyle>
          <a:p>
            <a:pPr>
              <a:defRPr/>
            </a:pPr>
            <a:fld id="{9686FF39-84C2-4CA4-B543-11C929C26CB8}"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4332995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09575" y="1138238"/>
            <a:ext cx="4087813" cy="4922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9788" y="1138238"/>
            <a:ext cx="4087812" cy="4922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3"/>
          <p:cNvSpPr>
            <a:spLocks noGrp="1" noChangeArrowheads="1"/>
          </p:cNvSpPr>
          <p:nvPr>
            <p:ph type="sldNum" sz="quarter" idx="10"/>
          </p:nvPr>
        </p:nvSpPr>
        <p:spPr>
          <a:ln/>
        </p:spPr>
        <p:txBody>
          <a:bodyPr/>
          <a:lstStyle>
            <a:lvl1pPr>
              <a:defRPr/>
            </a:lvl1pPr>
          </a:lstStyle>
          <a:p>
            <a:pPr>
              <a:defRPr/>
            </a:pPr>
            <a:fld id="{3B87A779-E653-4B80-A721-65E02FDE7B4D}"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3806989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3"/>
          <p:cNvSpPr>
            <a:spLocks noGrp="1" noChangeArrowheads="1"/>
          </p:cNvSpPr>
          <p:nvPr>
            <p:ph type="sldNum" sz="quarter" idx="10"/>
          </p:nvPr>
        </p:nvSpPr>
        <p:spPr>
          <a:ln/>
        </p:spPr>
        <p:txBody>
          <a:bodyPr/>
          <a:lstStyle>
            <a:lvl1pPr>
              <a:defRPr/>
            </a:lvl1pPr>
          </a:lstStyle>
          <a:p>
            <a:pPr>
              <a:defRPr/>
            </a:pPr>
            <a:fld id="{477A4053-3F1B-40EE-B36B-1FB8EA8EAF1B}"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9430816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3"/>
          <p:cNvSpPr>
            <a:spLocks noGrp="1" noChangeArrowheads="1"/>
          </p:cNvSpPr>
          <p:nvPr>
            <p:ph type="sldNum" sz="quarter" idx="10"/>
          </p:nvPr>
        </p:nvSpPr>
        <p:spPr>
          <a:ln/>
        </p:spPr>
        <p:txBody>
          <a:bodyPr/>
          <a:lstStyle>
            <a:lvl1pPr>
              <a:defRPr/>
            </a:lvl1pPr>
          </a:lstStyle>
          <a:p>
            <a:pPr>
              <a:defRPr/>
            </a:pPr>
            <a:fld id="{103A9C61-C728-41A4-8550-EBC63EEF2033}"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13051286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a:ln/>
        </p:spPr>
        <p:txBody>
          <a:bodyPr/>
          <a:lstStyle>
            <a:lvl1pPr>
              <a:defRPr/>
            </a:lvl1pPr>
          </a:lstStyle>
          <a:p>
            <a:pPr>
              <a:defRPr/>
            </a:pPr>
            <a:fld id="{EAFDD3B3-B9A6-4570-86DF-92D5B909F0F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41297965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fld id="{76177E94-507C-434D-B541-8195BC2EEB1E}"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5538579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fld id="{31E8C975-7F6C-4CF3-A762-BA44334B8C6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859858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36D5D250-3CF6-46C5-A81D-A67380BB2C40}"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11766747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6538" y="173038"/>
            <a:ext cx="2151062" cy="588803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33350" y="173038"/>
            <a:ext cx="6300788" cy="58880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BAEF2747-795E-42E5-A935-8875F7965FDB}"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8486216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33350" y="173038"/>
            <a:ext cx="7694613" cy="609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09575" y="1138238"/>
            <a:ext cx="8328025" cy="4922837"/>
          </a:xfrm>
        </p:spPr>
        <p:txBody>
          <a:bodyPr/>
          <a:lstStyle/>
          <a:p>
            <a:pPr lvl="0"/>
            <a:endParaRPr lang="en-US" noProof="0"/>
          </a:p>
        </p:txBody>
      </p:sp>
      <p:sp>
        <p:nvSpPr>
          <p:cNvPr id="4" name="Rectangle 13"/>
          <p:cNvSpPr>
            <a:spLocks noGrp="1" noChangeArrowheads="1"/>
          </p:cNvSpPr>
          <p:nvPr>
            <p:ph type="sldNum" sz="quarter" idx="10"/>
          </p:nvPr>
        </p:nvSpPr>
        <p:spPr>
          <a:ln/>
        </p:spPr>
        <p:txBody>
          <a:bodyPr/>
          <a:lstStyle>
            <a:lvl1pPr>
              <a:defRPr/>
            </a:lvl1pPr>
          </a:lstStyle>
          <a:p>
            <a:pPr>
              <a:defRPr/>
            </a:pPr>
            <a:fld id="{6A78E044-7811-4F3C-8868-0CF2BEC0639A}"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222014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4.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4.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pic>
        <p:nvPicPr>
          <p:cNvPr id="1026" name="Picture 5" descr="VisteonLogo"/>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73988" y="38100"/>
            <a:ext cx="1319212"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body" idx="1"/>
          </p:nvPr>
        </p:nvSpPr>
        <p:spPr bwMode="auto">
          <a:xfrm>
            <a:off x="322263" y="950913"/>
            <a:ext cx="8499475" cy="527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3"/>
          <p:cNvSpPr>
            <a:spLocks noGrp="1" noChangeArrowheads="1"/>
          </p:cNvSpPr>
          <p:nvPr>
            <p:ph type="title"/>
          </p:nvPr>
        </p:nvSpPr>
        <p:spPr bwMode="auto">
          <a:xfrm>
            <a:off x="322263" y="122238"/>
            <a:ext cx="7500937"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US" smtClean="0"/>
              <a:t>Click to edit Master title style</a:t>
            </a:r>
          </a:p>
        </p:txBody>
      </p:sp>
      <p:sp>
        <p:nvSpPr>
          <p:cNvPr id="1029" name="Line 6"/>
          <p:cNvSpPr>
            <a:spLocks noChangeShapeType="1"/>
          </p:cNvSpPr>
          <p:nvPr/>
        </p:nvSpPr>
        <p:spPr bwMode="auto">
          <a:xfrm>
            <a:off x="-14288" y="642938"/>
            <a:ext cx="7637463" cy="0"/>
          </a:xfrm>
          <a:prstGeom prst="line">
            <a:avLst/>
          </a:prstGeom>
          <a:noFill/>
          <a:ln w="28575">
            <a:solidFill>
              <a:srgbClr val="FF7D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fontAlgn="base">
              <a:spcBef>
                <a:spcPct val="0"/>
              </a:spcBef>
              <a:spcAft>
                <a:spcPct val="0"/>
              </a:spcAft>
            </a:pPr>
            <a:endParaRPr lang="fr-FR" sz="1400" b="1">
              <a:solidFill>
                <a:srgbClr val="000000"/>
              </a:solidFill>
              <a:latin typeface="Arial Narrow" pitchFamily="34" charset="0"/>
            </a:endParaRPr>
          </a:p>
        </p:txBody>
      </p:sp>
      <p:sp>
        <p:nvSpPr>
          <p:cNvPr id="8199" name="Rectangle 7"/>
          <p:cNvSpPr>
            <a:spLocks noGrp="1" noChangeArrowheads="1"/>
          </p:cNvSpPr>
          <p:nvPr>
            <p:ph type="sldNum" sz="quarter" idx="4"/>
          </p:nvPr>
        </p:nvSpPr>
        <p:spPr bwMode="auto">
          <a:xfrm>
            <a:off x="25400" y="6581775"/>
            <a:ext cx="109696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900" b="0">
                <a:solidFill>
                  <a:schemeClr val="bg2"/>
                </a:solidFill>
                <a:latin typeface="+mn-lt"/>
                <a:cs typeface="Arial" pitchFamily="34" charset="0"/>
              </a:defRPr>
            </a:lvl1pPr>
          </a:lstStyle>
          <a:p>
            <a:pPr fontAlgn="base">
              <a:spcBef>
                <a:spcPct val="0"/>
              </a:spcBef>
              <a:spcAft>
                <a:spcPct val="0"/>
              </a:spcAft>
              <a:defRPr/>
            </a:pPr>
            <a:r>
              <a:rPr lang="en-US">
                <a:solidFill>
                  <a:srgbClr val="969696"/>
                </a:solidFill>
              </a:rPr>
              <a:t>Page </a:t>
            </a:r>
            <a:fld id="{751C4243-9DDE-4A1A-8E85-5A8A7FCA294A}" type="slidenum">
              <a:rPr lang="en-US">
                <a:solidFill>
                  <a:srgbClr val="969696"/>
                </a:solidFill>
              </a:rPr>
              <a:pPr fontAlgn="base">
                <a:spcBef>
                  <a:spcPct val="0"/>
                </a:spcBef>
                <a:spcAft>
                  <a:spcPct val="0"/>
                </a:spcAft>
                <a:defRPr/>
              </a:pPr>
              <a:t>‹#›</a:t>
            </a:fld>
            <a:endParaRPr lang="en-US">
              <a:solidFill>
                <a:srgbClr val="969696"/>
              </a:solidFill>
            </a:endParaRPr>
          </a:p>
        </p:txBody>
      </p:sp>
      <p:sp>
        <p:nvSpPr>
          <p:cNvPr id="1031" name="Line 9"/>
          <p:cNvSpPr>
            <a:spLocks noChangeShapeType="1"/>
          </p:cNvSpPr>
          <p:nvPr/>
        </p:nvSpPr>
        <p:spPr bwMode="auto">
          <a:xfrm>
            <a:off x="222250" y="6478588"/>
            <a:ext cx="8707438" cy="0"/>
          </a:xfrm>
          <a:prstGeom prst="line">
            <a:avLst/>
          </a:prstGeom>
          <a:noFill/>
          <a:ln w="1905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fontAlgn="base">
              <a:spcBef>
                <a:spcPct val="0"/>
              </a:spcBef>
              <a:spcAft>
                <a:spcPct val="0"/>
              </a:spcAft>
            </a:pPr>
            <a:endParaRPr lang="fr-FR" sz="1400" b="1">
              <a:solidFill>
                <a:srgbClr val="000000"/>
              </a:solidFill>
              <a:latin typeface="Arial Narrow" pitchFamily="34" charset="0"/>
            </a:endParaRPr>
          </a:p>
        </p:txBody>
      </p:sp>
    </p:spTree>
    <p:extLst>
      <p:ext uri="{BB962C8B-B14F-4D97-AF65-F5344CB8AC3E}">
        <p14:creationId xmlns:p14="http://schemas.microsoft.com/office/powerpoint/2010/main" val="3814472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0" fontAlgn="base" hangingPunct="0">
        <a:spcBef>
          <a:spcPct val="0"/>
        </a:spcBef>
        <a:spcAft>
          <a:spcPct val="0"/>
        </a:spcAft>
        <a:defRPr sz="2400">
          <a:solidFill>
            <a:srgbClr val="000000"/>
          </a:solidFill>
          <a:latin typeface="+mj-lt"/>
          <a:ea typeface="+mj-ea"/>
          <a:cs typeface="+mj-cs"/>
        </a:defRPr>
      </a:lvl1pPr>
      <a:lvl2pPr algn="l" rtl="0" eaLnBrk="0" fontAlgn="base" hangingPunct="0">
        <a:spcBef>
          <a:spcPct val="0"/>
        </a:spcBef>
        <a:spcAft>
          <a:spcPct val="0"/>
        </a:spcAft>
        <a:defRPr sz="2400">
          <a:solidFill>
            <a:srgbClr val="000000"/>
          </a:solidFill>
          <a:latin typeface="Arial" pitchFamily="34" charset="0"/>
          <a:cs typeface="Arial" pitchFamily="34" charset="0"/>
        </a:defRPr>
      </a:lvl2pPr>
      <a:lvl3pPr algn="l" rtl="0" eaLnBrk="0" fontAlgn="base" hangingPunct="0">
        <a:spcBef>
          <a:spcPct val="0"/>
        </a:spcBef>
        <a:spcAft>
          <a:spcPct val="0"/>
        </a:spcAft>
        <a:defRPr sz="2400">
          <a:solidFill>
            <a:srgbClr val="000000"/>
          </a:solidFill>
          <a:latin typeface="Arial" pitchFamily="34" charset="0"/>
          <a:cs typeface="Arial" pitchFamily="34" charset="0"/>
        </a:defRPr>
      </a:lvl3pPr>
      <a:lvl4pPr algn="l" rtl="0" eaLnBrk="0" fontAlgn="base" hangingPunct="0">
        <a:spcBef>
          <a:spcPct val="0"/>
        </a:spcBef>
        <a:spcAft>
          <a:spcPct val="0"/>
        </a:spcAft>
        <a:defRPr sz="2400">
          <a:solidFill>
            <a:srgbClr val="000000"/>
          </a:solidFill>
          <a:latin typeface="Arial" pitchFamily="34" charset="0"/>
          <a:cs typeface="Arial" pitchFamily="34" charset="0"/>
        </a:defRPr>
      </a:lvl4pPr>
      <a:lvl5pPr algn="l" rtl="0" eaLnBrk="0" fontAlgn="base" hangingPunct="0">
        <a:spcBef>
          <a:spcPct val="0"/>
        </a:spcBef>
        <a:spcAft>
          <a:spcPct val="0"/>
        </a:spcAft>
        <a:defRPr sz="2400">
          <a:solidFill>
            <a:srgbClr val="000000"/>
          </a:solidFill>
          <a:latin typeface="Arial" pitchFamily="34" charset="0"/>
          <a:cs typeface="Arial" pitchFamily="34" charset="0"/>
        </a:defRPr>
      </a:lvl5pPr>
      <a:lvl6pPr marL="457200" algn="l" rtl="0" fontAlgn="base">
        <a:spcBef>
          <a:spcPct val="0"/>
        </a:spcBef>
        <a:spcAft>
          <a:spcPct val="0"/>
        </a:spcAft>
        <a:defRPr sz="2400">
          <a:solidFill>
            <a:srgbClr val="000000"/>
          </a:solidFill>
          <a:latin typeface="Arial" pitchFamily="34" charset="0"/>
          <a:cs typeface="Arial" pitchFamily="34" charset="0"/>
        </a:defRPr>
      </a:lvl6pPr>
      <a:lvl7pPr marL="914400" algn="l" rtl="0" fontAlgn="base">
        <a:spcBef>
          <a:spcPct val="0"/>
        </a:spcBef>
        <a:spcAft>
          <a:spcPct val="0"/>
        </a:spcAft>
        <a:defRPr sz="2400">
          <a:solidFill>
            <a:srgbClr val="000000"/>
          </a:solidFill>
          <a:latin typeface="Arial" pitchFamily="34" charset="0"/>
          <a:cs typeface="Arial" pitchFamily="34" charset="0"/>
        </a:defRPr>
      </a:lvl7pPr>
      <a:lvl8pPr marL="1371600" algn="l" rtl="0" fontAlgn="base">
        <a:spcBef>
          <a:spcPct val="0"/>
        </a:spcBef>
        <a:spcAft>
          <a:spcPct val="0"/>
        </a:spcAft>
        <a:defRPr sz="2400">
          <a:solidFill>
            <a:srgbClr val="000000"/>
          </a:solidFill>
          <a:latin typeface="Arial" pitchFamily="34" charset="0"/>
          <a:cs typeface="Arial" pitchFamily="34" charset="0"/>
        </a:defRPr>
      </a:lvl8pPr>
      <a:lvl9pPr marL="1828800" algn="l" rtl="0" fontAlgn="base">
        <a:spcBef>
          <a:spcPct val="0"/>
        </a:spcBef>
        <a:spcAft>
          <a:spcPct val="0"/>
        </a:spcAft>
        <a:defRPr sz="2400">
          <a:solidFill>
            <a:srgbClr val="000000"/>
          </a:solidFill>
          <a:latin typeface="Arial" pitchFamily="34" charset="0"/>
          <a:cs typeface="Arial" pitchFamily="34" charset="0"/>
        </a:defRPr>
      </a:lvl9pPr>
    </p:titleStyle>
    <p:bodyStyle>
      <a:lvl1pPr marL="228600" indent="-228600" algn="l" rtl="0" eaLnBrk="0" fontAlgn="base" hangingPunct="0">
        <a:spcBef>
          <a:spcPct val="75000"/>
        </a:spcBef>
        <a:spcAft>
          <a:spcPct val="0"/>
        </a:spcAft>
        <a:buClr>
          <a:srgbClr val="333333"/>
        </a:buClr>
        <a:buFont typeface="Wingdings 2" pitchFamily="18" charset="2"/>
        <a:buChar char=""/>
        <a:defRPr>
          <a:solidFill>
            <a:srgbClr val="333333"/>
          </a:solidFill>
          <a:latin typeface="+mn-lt"/>
          <a:ea typeface="+mn-ea"/>
          <a:cs typeface="+mn-cs"/>
        </a:defRPr>
      </a:lvl1pPr>
      <a:lvl2pPr marL="455613" indent="-225425" algn="l" rtl="0" eaLnBrk="0" fontAlgn="base" hangingPunct="0">
        <a:spcBef>
          <a:spcPct val="25000"/>
        </a:spcBef>
        <a:spcAft>
          <a:spcPct val="0"/>
        </a:spcAft>
        <a:buClr>
          <a:srgbClr val="333333"/>
        </a:buClr>
        <a:buFont typeface="Arial" charset="0"/>
        <a:buChar char="–"/>
        <a:defRPr>
          <a:solidFill>
            <a:srgbClr val="333333"/>
          </a:solidFill>
          <a:latin typeface="+mn-lt"/>
          <a:cs typeface="+mn-cs"/>
        </a:defRPr>
      </a:lvl2pPr>
      <a:lvl3pPr marL="684213" indent="-227013" algn="l" rtl="0" eaLnBrk="0" fontAlgn="base" hangingPunct="0">
        <a:spcBef>
          <a:spcPct val="25000"/>
        </a:spcBef>
        <a:spcAft>
          <a:spcPct val="0"/>
        </a:spcAft>
        <a:buClr>
          <a:srgbClr val="333333"/>
        </a:buClr>
        <a:buFont typeface="Wingdings" pitchFamily="2" charset="2"/>
        <a:buChar char="§"/>
        <a:defRPr>
          <a:solidFill>
            <a:srgbClr val="333333"/>
          </a:solidFill>
          <a:latin typeface="+mn-lt"/>
          <a:cs typeface="+mn-cs"/>
        </a:defRPr>
      </a:lvl3pPr>
      <a:lvl4pPr marL="912813" indent="-227013" algn="l" rtl="0" eaLnBrk="0" fontAlgn="base" hangingPunct="0">
        <a:spcBef>
          <a:spcPct val="25000"/>
        </a:spcBef>
        <a:spcAft>
          <a:spcPct val="0"/>
        </a:spcAft>
        <a:buClr>
          <a:srgbClr val="333333"/>
        </a:buClr>
        <a:buFont typeface="Wingdings 2" pitchFamily="18" charset="2"/>
        <a:buChar char=""/>
        <a:defRPr>
          <a:solidFill>
            <a:srgbClr val="333333"/>
          </a:solidFill>
          <a:latin typeface="+mn-lt"/>
          <a:cs typeface="+mn-cs"/>
        </a:defRPr>
      </a:lvl4pPr>
      <a:lvl5pPr marL="1141413" indent="-227013" algn="l" rtl="0" eaLnBrk="0" fontAlgn="base" hangingPunct="0">
        <a:spcBef>
          <a:spcPct val="25000"/>
        </a:spcBef>
        <a:spcAft>
          <a:spcPct val="0"/>
        </a:spcAft>
        <a:buClr>
          <a:srgbClr val="333333"/>
        </a:buClr>
        <a:buFont typeface="Arial" charset="0"/>
        <a:buChar char="–"/>
        <a:defRPr>
          <a:solidFill>
            <a:srgbClr val="333333"/>
          </a:solidFill>
          <a:latin typeface="+mn-lt"/>
          <a:cs typeface="+mn-cs"/>
        </a:defRPr>
      </a:lvl5pPr>
      <a:lvl6pPr marL="1598613" indent="-227013" algn="l" rtl="0" fontAlgn="base">
        <a:spcBef>
          <a:spcPct val="25000"/>
        </a:spcBef>
        <a:spcAft>
          <a:spcPct val="0"/>
        </a:spcAft>
        <a:buClr>
          <a:srgbClr val="333333"/>
        </a:buClr>
        <a:buFont typeface="Arial" pitchFamily="34" charset="0"/>
        <a:buChar char="–"/>
        <a:defRPr>
          <a:solidFill>
            <a:srgbClr val="333333"/>
          </a:solidFill>
          <a:latin typeface="+mn-lt"/>
          <a:cs typeface="+mn-cs"/>
        </a:defRPr>
      </a:lvl6pPr>
      <a:lvl7pPr marL="2055813" indent="-227013" algn="l" rtl="0" fontAlgn="base">
        <a:spcBef>
          <a:spcPct val="25000"/>
        </a:spcBef>
        <a:spcAft>
          <a:spcPct val="0"/>
        </a:spcAft>
        <a:buClr>
          <a:srgbClr val="333333"/>
        </a:buClr>
        <a:buFont typeface="Arial" pitchFamily="34" charset="0"/>
        <a:buChar char="–"/>
        <a:defRPr>
          <a:solidFill>
            <a:srgbClr val="333333"/>
          </a:solidFill>
          <a:latin typeface="+mn-lt"/>
          <a:cs typeface="+mn-cs"/>
        </a:defRPr>
      </a:lvl7pPr>
      <a:lvl8pPr marL="2513013" indent="-227013" algn="l" rtl="0" fontAlgn="base">
        <a:spcBef>
          <a:spcPct val="25000"/>
        </a:spcBef>
        <a:spcAft>
          <a:spcPct val="0"/>
        </a:spcAft>
        <a:buClr>
          <a:srgbClr val="333333"/>
        </a:buClr>
        <a:buFont typeface="Arial" pitchFamily="34" charset="0"/>
        <a:buChar char="–"/>
        <a:defRPr>
          <a:solidFill>
            <a:srgbClr val="333333"/>
          </a:solidFill>
          <a:latin typeface="+mn-lt"/>
          <a:cs typeface="+mn-cs"/>
        </a:defRPr>
      </a:lvl8pPr>
      <a:lvl9pPr marL="2970213" indent="-227013" algn="l" rtl="0" fontAlgn="base">
        <a:spcBef>
          <a:spcPct val="25000"/>
        </a:spcBef>
        <a:spcAft>
          <a:spcPct val="0"/>
        </a:spcAft>
        <a:buClr>
          <a:srgbClr val="333333"/>
        </a:buClr>
        <a:buFont typeface="Arial" pitchFamily="34" charset="0"/>
        <a:buChar char="–"/>
        <a:defRPr>
          <a:solidFill>
            <a:srgbClr val="333333"/>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8" descr="ColorWhtBackground"/>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794625" y="109538"/>
            <a:ext cx="1258888"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3"/>
          <p:cNvSpPr>
            <a:spLocks noChangeArrowheads="1"/>
          </p:cNvSpPr>
          <p:nvPr/>
        </p:nvSpPr>
        <p:spPr bwMode="auto">
          <a:xfrm>
            <a:off x="0" y="6464300"/>
            <a:ext cx="9144000" cy="266700"/>
          </a:xfrm>
          <a:prstGeom prst="rect">
            <a:avLst/>
          </a:prstGeom>
          <a:solidFill>
            <a:srgbClr val="C0C0C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pPr algn="ctr" fontAlgn="base">
              <a:spcBef>
                <a:spcPct val="50000"/>
              </a:spcBef>
              <a:spcAft>
                <a:spcPct val="0"/>
              </a:spcAft>
            </a:pPr>
            <a:endParaRPr lang="en-US" sz="1200">
              <a:solidFill>
                <a:srgbClr val="000000"/>
              </a:solidFill>
            </a:endParaRPr>
          </a:p>
        </p:txBody>
      </p:sp>
      <p:sp>
        <p:nvSpPr>
          <p:cNvPr id="1028" name="Rectangle 3"/>
          <p:cNvSpPr>
            <a:spLocks noGrp="1" noChangeArrowheads="1"/>
          </p:cNvSpPr>
          <p:nvPr>
            <p:ph type="body" idx="1"/>
          </p:nvPr>
        </p:nvSpPr>
        <p:spPr bwMode="auto">
          <a:xfrm>
            <a:off x="409575" y="1138238"/>
            <a:ext cx="8328025" cy="492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029" name="Line 8"/>
          <p:cNvSpPr>
            <a:spLocks noChangeShapeType="1"/>
          </p:cNvSpPr>
          <p:nvPr/>
        </p:nvSpPr>
        <p:spPr bwMode="auto">
          <a:xfrm>
            <a:off x="-14288" y="973138"/>
            <a:ext cx="9158288" cy="0"/>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algn="ctr" fontAlgn="base">
              <a:spcBef>
                <a:spcPct val="50000"/>
              </a:spcBef>
              <a:spcAft>
                <a:spcPct val="0"/>
              </a:spcAft>
            </a:pPr>
            <a:endParaRPr lang="en-US" sz="1200">
              <a:solidFill>
                <a:srgbClr val="000000"/>
              </a:solidFill>
            </a:endParaRPr>
          </a:p>
        </p:txBody>
      </p:sp>
      <p:sp>
        <p:nvSpPr>
          <p:cNvPr id="1030" name="Rectangle 25"/>
          <p:cNvSpPr>
            <a:spLocks noChangeArrowheads="1"/>
          </p:cNvSpPr>
          <p:nvPr/>
        </p:nvSpPr>
        <p:spPr bwMode="auto">
          <a:xfrm>
            <a:off x="0" y="6540500"/>
            <a:ext cx="9144000" cy="317500"/>
          </a:xfrm>
          <a:prstGeom prst="rect">
            <a:avLst/>
          </a:prstGeom>
          <a:solidFill>
            <a:srgbClr val="5F5F5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algn="ctr" fontAlgn="base">
              <a:spcBef>
                <a:spcPct val="50000"/>
              </a:spcBef>
              <a:spcAft>
                <a:spcPct val="0"/>
              </a:spcAft>
            </a:pPr>
            <a:endParaRPr lang="en-US" sz="1200">
              <a:solidFill>
                <a:srgbClr val="000000"/>
              </a:solidFill>
            </a:endParaRPr>
          </a:p>
        </p:txBody>
      </p:sp>
      <p:sp>
        <p:nvSpPr>
          <p:cNvPr id="2071565" name="Rectangle 13"/>
          <p:cNvSpPr>
            <a:spLocks noGrp="1" noChangeArrowheads="1"/>
          </p:cNvSpPr>
          <p:nvPr>
            <p:ph type="sldNum" sz="quarter" idx="4"/>
          </p:nvPr>
        </p:nvSpPr>
        <p:spPr bwMode="auto">
          <a:xfrm>
            <a:off x="-12700" y="6527800"/>
            <a:ext cx="255587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sz="1400">
                <a:solidFill>
                  <a:schemeClr val="bg1"/>
                </a:solidFill>
              </a:defRPr>
            </a:lvl1pPr>
          </a:lstStyle>
          <a:p>
            <a:pPr fontAlgn="base">
              <a:spcAft>
                <a:spcPct val="0"/>
              </a:spcAft>
              <a:defRPr/>
            </a:pPr>
            <a:fld id="{F0D36A63-1670-4947-BB67-B4978C0AD0E4}" type="slidenum">
              <a:rPr lang="en-US">
                <a:solidFill>
                  <a:srgbClr val="FFFFFF"/>
                </a:solidFill>
              </a:rPr>
              <a:pPr fontAlgn="base">
                <a:spcAft>
                  <a:spcPct val="0"/>
                </a:spcAft>
                <a:defRPr/>
              </a:pPr>
              <a:t>‹#›</a:t>
            </a:fld>
            <a:r>
              <a:rPr lang="en-US">
                <a:solidFill>
                  <a:srgbClr val="FFFFFF"/>
                </a:solidFill>
              </a:rPr>
              <a:t>    Visteon Confidential</a:t>
            </a:r>
          </a:p>
          <a:p>
            <a:pPr fontAlgn="base">
              <a:spcAft>
                <a:spcPct val="0"/>
              </a:spcAft>
              <a:defRPr/>
            </a:pPr>
            <a:endParaRPr lang="en-US">
              <a:solidFill>
                <a:srgbClr val="FFFFFF"/>
              </a:solidFill>
            </a:endParaRPr>
          </a:p>
        </p:txBody>
      </p:sp>
      <p:sp>
        <p:nvSpPr>
          <p:cNvPr id="1032" name="Rectangle 2"/>
          <p:cNvSpPr>
            <a:spLocks noGrp="1" noChangeArrowheads="1"/>
          </p:cNvSpPr>
          <p:nvPr>
            <p:ph type="title"/>
          </p:nvPr>
        </p:nvSpPr>
        <p:spPr bwMode="auto">
          <a:xfrm>
            <a:off x="133350" y="173038"/>
            <a:ext cx="76946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Tree>
    <p:extLst>
      <p:ext uri="{BB962C8B-B14F-4D97-AF65-F5344CB8AC3E}">
        <p14:creationId xmlns:p14="http://schemas.microsoft.com/office/powerpoint/2010/main" val="3445606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iming>
    <p:tnLst>
      <p:par>
        <p:cTn id="1" dur="indefinite" restart="never" nodeType="tmRoot"/>
      </p:par>
    </p:tnLst>
  </p:timing>
  <p:hf hdr="0" ftr="0" dt="0"/>
  <p:txStyles>
    <p:titleStyle>
      <a:lvl1pPr algn="l" rtl="0" eaLnBrk="0" fontAlgn="base" hangingPunct="0">
        <a:lnSpc>
          <a:spcPct val="80000"/>
        </a:lnSpc>
        <a:spcBef>
          <a:spcPct val="0"/>
        </a:spcBef>
        <a:spcAft>
          <a:spcPct val="0"/>
        </a:spcAft>
        <a:defRPr sz="3600" b="1">
          <a:solidFill>
            <a:schemeClr val="tx1"/>
          </a:solidFill>
          <a:latin typeface="+mj-lt"/>
          <a:ea typeface="+mj-ea"/>
          <a:cs typeface="+mj-cs"/>
        </a:defRPr>
      </a:lvl1pPr>
      <a:lvl2pPr algn="l" rtl="0" eaLnBrk="0" fontAlgn="base" hangingPunct="0">
        <a:lnSpc>
          <a:spcPct val="80000"/>
        </a:lnSpc>
        <a:spcBef>
          <a:spcPct val="0"/>
        </a:spcBef>
        <a:spcAft>
          <a:spcPct val="0"/>
        </a:spcAft>
        <a:defRPr sz="3600" b="1">
          <a:solidFill>
            <a:schemeClr val="tx1"/>
          </a:solidFill>
          <a:latin typeface="Arial" charset="0"/>
        </a:defRPr>
      </a:lvl2pPr>
      <a:lvl3pPr algn="l" rtl="0" eaLnBrk="0" fontAlgn="base" hangingPunct="0">
        <a:lnSpc>
          <a:spcPct val="80000"/>
        </a:lnSpc>
        <a:spcBef>
          <a:spcPct val="0"/>
        </a:spcBef>
        <a:spcAft>
          <a:spcPct val="0"/>
        </a:spcAft>
        <a:defRPr sz="3600" b="1">
          <a:solidFill>
            <a:schemeClr val="tx1"/>
          </a:solidFill>
          <a:latin typeface="Arial" charset="0"/>
        </a:defRPr>
      </a:lvl3pPr>
      <a:lvl4pPr algn="l" rtl="0" eaLnBrk="0" fontAlgn="base" hangingPunct="0">
        <a:lnSpc>
          <a:spcPct val="80000"/>
        </a:lnSpc>
        <a:spcBef>
          <a:spcPct val="0"/>
        </a:spcBef>
        <a:spcAft>
          <a:spcPct val="0"/>
        </a:spcAft>
        <a:defRPr sz="3600" b="1">
          <a:solidFill>
            <a:schemeClr val="tx1"/>
          </a:solidFill>
          <a:latin typeface="Arial" charset="0"/>
        </a:defRPr>
      </a:lvl4pPr>
      <a:lvl5pPr algn="l" rtl="0" eaLnBrk="0" fontAlgn="base" hangingPunct="0">
        <a:lnSpc>
          <a:spcPct val="80000"/>
        </a:lnSpc>
        <a:spcBef>
          <a:spcPct val="0"/>
        </a:spcBef>
        <a:spcAft>
          <a:spcPct val="0"/>
        </a:spcAft>
        <a:defRPr sz="3600" b="1">
          <a:solidFill>
            <a:schemeClr val="tx1"/>
          </a:solidFill>
          <a:latin typeface="Arial" charset="0"/>
        </a:defRPr>
      </a:lvl5pPr>
      <a:lvl6pPr marL="457200" algn="l" rtl="0" fontAlgn="base">
        <a:lnSpc>
          <a:spcPct val="80000"/>
        </a:lnSpc>
        <a:spcBef>
          <a:spcPct val="0"/>
        </a:spcBef>
        <a:spcAft>
          <a:spcPct val="0"/>
        </a:spcAft>
        <a:defRPr sz="3600" b="1">
          <a:solidFill>
            <a:schemeClr val="tx1"/>
          </a:solidFill>
          <a:latin typeface="Arial" charset="0"/>
        </a:defRPr>
      </a:lvl6pPr>
      <a:lvl7pPr marL="914400" algn="l" rtl="0" fontAlgn="base">
        <a:lnSpc>
          <a:spcPct val="80000"/>
        </a:lnSpc>
        <a:spcBef>
          <a:spcPct val="0"/>
        </a:spcBef>
        <a:spcAft>
          <a:spcPct val="0"/>
        </a:spcAft>
        <a:defRPr sz="3600" b="1">
          <a:solidFill>
            <a:schemeClr val="tx1"/>
          </a:solidFill>
          <a:latin typeface="Arial" charset="0"/>
        </a:defRPr>
      </a:lvl7pPr>
      <a:lvl8pPr marL="1371600" algn="l" rtl="0" fontAlgn="base">
        <a:lnSpc>
          <a:spcPct val="80000"/>
        </a:lnSpc>
        <a:spcBef>
          <a:spcPct val="0"/>
        </a:spcBef>
        <a:spcAft>
          <a:spcPct val="0"/>
        </a:spcAft>
        <a:defRPr sz="3600" b="1">
          <a:solidFill>
            <a:schemeClr val="tx1"/>
          </a:solidFill>
          <a:latin typeface="Arial" charset="0"/>
        </a:defRPr>
      </a:lvl8pPr>
      <a:lvl9pPr marL="1828800" algn="l" rtl="0" fontAlgn="base">
        <a:lnSpc>
          <a:spcPct val="80000"/>
        </a:lnSpc>
        <a:spcBef>
          <a:spcPct val="0"/>
        </a:spcBef>
        <a:spcAft>
          <a:spcPct val="0"/>
        </a:spcAft>
        <a:defRPr sz="3600" b="1">
          <a:solidFill>
            <a:schemeClr val="tx1"/>
          </a:solidFill>
          <a:latin typeface="Arial" charset="0"/>
        </a:defRPr>
      </a:lvl9pPr>
    </p:titleStyle>
    <p:bodyStyle>
      <a:lvl1pPr marL="228600" indent="-228600" algn="l" rtl="0" eaLnBrk="0" fontAlgn="base" hangingPunct="0">
        <a:spcBef>
          <a:spcPct val="20000"/>
        </a:spcBef>
        <a:spcAft>
          <a:spcPct val="0"/>
        </a:spcAft>
        <a:buClr>
          <a:srgbClr val="FF7D00"/>
        </a:buClr>
        <a:buChar char="•"/>
        <a:defRPr sz="2800">
          <a:solidFill>
            <a:schemeClr val="tx1"/>
          </a:solidFill>
          <a:latin typeface="+mn-lt"/>
          <a:ea typeface="+mn-ea"/>
          <a:cs typeface="+mn-cs"/>
        </a:defRPr>
      </a:lvl1pPr>
      <a:lvl2pPr marL="685800" indent="-342900" algn="l" rtl="0" eaLnBrk="0" fontAlgn="base" hangingPunct="0">
        <a:spcBef>
          <a:spcPct val="20000"/>
        </a:spcBef>
        <a:spcAft>
          <a:spcPct val="0"/>
        </a:spcAft>
        <a:buClr>
          <a:srgbClr val="FF7D00"/>
        </a:buClr>
        <a:buChar char="–"/>
        <a:defRPr sz="2500">
          <a:solidFill>
            <a:schemeClr val="tx1"/>
          </a:solidFill>
          <a:latin typeface="+mn-lt"/>
        </a:defRPr>
      </a:lvl2pPr>
      <a:lvl3pPr marL="1028700" indent="-228600" algn="l" rtl="0" eaLnBrk="0" fontAlgn="base" hangingPunct="0">
        <a:spcBef>
          <a:spcPct val="20000"/>
        </a:spcBef>
        <a:spcAft>
          <a:spcPct val="0"/>
        </a:spcAft>
        <a:buClr>
          <a:srgbClr val="FF7D00"/>
        </a:buClr>
        <a:buChar char="»"/>
        <a:defRPr sz="2000">
          <a:solidFill>
            <a:schemeClr val="tx1"/>
          </a:solidFill>
          <a:latin typeface="+mn-lt"/>
        </a:defRPr>
      </a:lvl3pPr>
      <a:lvl4pPr marL="1371600" indent="-228600" algn="l" rtl="0" eaLnBrk="0" fontAlgn="base" hangingPunct="0">
        <a:spcBef>
          <a:spcPct val="20000"/>
        </a:spcBef>
        <a:spcAft>
          <a:spcPct val="0"/>
        </a:spcAft>
        <a:buClr>
          <a:srgbClr val="FF7D00"/>
        </a:buClr>
        <a:buChar char="–"/>
        <a:defRPr sz="1600">
          <a:solidFill>
            <a:schemeClr val="tx1"/>
          </a:solidFill>
          <a:latin typeface="+mn-lt"/>
        </a:defRPr>
      </a:lvl4pPr>
      <a:lvl5pPr marL="1828800" indent="-228600" algn="l" rtl="0" eaLnBrk="0" fontAlgn="base" hangingPunct="0">
        <a:spcBef>
          <a:spcPct val="20000"/>
        </a:spcBef>
        <a:spcAft>
          <a:spcPct val="0"/>
        </a:spcAft>
        <a:buClr>
          <a:srgbClr val="FF7D00"/>
        </a:buClr>
        <a:buChar char="»"/>
        <a:defRPr sz="1400">
          <a:solidFill>
            <a:schemeClr val="tx1"/>
          </a:solidFill>
          <a:latin typeface="+mn-lt"/>
        </a:defRPr>
      </a:lvl5pPr>
      <a:lvl6pPr marL="2286000" indent="-228600" algn="l" rtl="0" fontAlgn="base">
        <a:spcBef>
          <a:spcPct val="20000"/>
        </a:spcBef>
        <a:spcAft>
          <a:spcPct val="0"/>
        </a:spcAft>
        <a:buClr>
          <a:srgbClr val="FF7D00"/>
        </a:buClr>
        <a:buChar char="»"/>
        <a:defRPr sz="1400">
          <a:solidFill>
            <a:schemeClr val="tx1"/>
          </a:solidFill>
          <a:latin typeface="+mn-lt"/>
        </a:defRPr>
      </a:lvl6pPr>
      <a:lvl7pPr marL="2743200" indent="-228600" algn="l" rtl="0" fontAlgn="base">
        <a:spcBef>
          <a:spcPct val="20000"/>
        </a:spcBef>
        <a:spcAft>
          <a:spcPct val="0"/>
        </a:spcAft>
        <a:buClr>
          <a:srgbClr val="FF7D00"/>
        </a:buClr>
        <a:buChar char="»"/>
        <a:defRPr sz="1400">
          <a:solidFill>
            <a:schemeClr val="tx1"/>
          </a:solidFill>
          <a:latin typeface="+mn-lt"/>
        </a:defRPr>
      </a:lvl7pPr>
      <a:lvl8pPr marL="3200400" indent="-228600" algn="l" rtl="0" fontAlgn="base">
        <a:spcBef>
          <a:spcPct val="20000"/>
        </a:spcBef>
        <a:spcAft>
          <a:spcPct val="0"/>
        </a:spcAft>
        <a:buClr>
          <a:srgbClr val="FF7D00"/>
        </a:buClr>
        <a:buChar char="»"/>
        <a:defRPr sz="1400">
          <a:solidFill>
            <a:schemeClr val="tx1"/>
          </a:solidFill>
          <a:latin typeface="+mn-lt"/>
        </a:defRPr>
      </a:lvl8pPr>
      <a:lvl9pPr marL="3657600" indent="-228600" algn="l" rtl="0" fontAlgn="base">
        <a:spcBef>
          <a:spcPct val="20000"/>
        </a:spcBef>
        <a:spcAft>
          <a:spcPct val="0"/>
        </a:spcAft>
        <a:buClr>
          <a:srgbClr val="FF7D00"/>
        </a:buClr>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8" descr="ColorWhtBackground"/>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794625" y="109538"/>
            <a:ext cx="1258888"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3"/>
          <p:cNvSpPr>
            <a:spLocks noChangeArrowheads="1"/>
          </p:cNvSpPr>
          <p:nvPr/>
        </p:nvSpPr>
        <p:spPr bwMode="auto">
          <a:xfrm>
            <a:off x="0" y="6464300"/>
            <a:ext cx="9144000" cy="266700"/>
          </a:xfrm>
          <a:prstGeom prst="rect">
            <a:avLst/>
          </a:prstGeom>
          <a:solidFill>
            <a:srgbClr val="C0C0C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pPr algn="ctr" fontAlgn="base">
              <a:spcBef>
                <a:spcPct val="50000"/>
              </a:spcBef>
              <a:spcAft>
                <a:spcPct val="0"/>
              </a:spcAft>
            </a:pPr>
            <a:endParaRPr lang="en-US" sz="1200">
              <a:solidFill>
                <a:srgbClr val="000000"/>
              </a:solidFill>
            </a:endParaRPr>
          </a:p>
        </p:txBody>
      </p:sp>
      <p:sp>
        <p:nvSpPr>
          <p:cNvPr id="1028" name="Rectangle 3"/>
          <p:cNvSpPr>
            <a:spLocks noGrp="1" noChangeArrowheads="1"/>
          </p:cNvSpPr>
          <p:nvPr>
            <p:ph type="body" idx="1"/>
          </p:nvPr>
        </p:nvSpPr>
        <p:spPr bwMode="auto">
          <a:xfrm>
            <a:off x="409575" y="1138238"/>
            <a:ext cx="8328025" cy="492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029" name="Line 8"/>
          <p:cNvSpPr>
            <a:spLocks noChangeShapeType="1"/>
          </p:cNvSpPr>
          <p:nvPr/>
        </p:nvSpPr>
        <p:spPr bwMode="auto">
          <a:xfrm>
            <a:off x="-14288" y="973138"/>
            <a:ext cx="9158288" cy="0"/>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algn="ctr" fontAlgn="base">
              <a:spcBef>
                <a:spcPct val="50000"/>
              </a:spcBef>
              <a:spcAft>
                <a:spcPct val="0"/>
              </a:spcAft>
            </a:pPr>
            <a:endParaRPr lang="en-US" sz="1200">
              <a:solidFill>
                <a:srgbClr val="000000"/>
              </a:solidFill>
            </a:endParaRPr>
          </a:p>
        </p:txBody>
      </p:sp>
      <p:sp>
        <p:nvSpPr>
          <p:cNvPr id="1030" name="Rectangle 25"/>
          <p:cNvSpPr>
            <a:spLocks noChangeArrowheads="1"/>
          </p:cNvSpPr>
          <p:nvPr/>
        </p:nvSpPr>
        <p:spPr bwMode="auto">
          <a:xfrm>
            <a:off x="0" y="6540500"/>
            <a:ext cx="9144000" cy="317500"/>
          </a:xfrm>
          <a:prstGeom prst="rect">
            <a:avLst/>
          </a:prstGeom>
          <a:solidFill>
            <a:srgbClr val="5F5F5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algn="ctr" fontAlgn="base">
              <a:spcBef>
                <a:spcPct val="50000"/>
              </a:spcBef>
              <a:spcAft>
                <a:spcPct val="0"/>
              </a:spcAft>
            </a:pPr>
            <a:endParaRPr lang="en-US" sz="1200">
              <a:solidFill>
                <a:srgbClr val="000000"/>
              </a:solidFill>
            </a:endParaRPr>
          </a:p>
        </p:txBody>
      </p:sp>
      <p:sp>
        <p:nvSpPr>
          <p:cNvPr id="2071565" name="Rectangle 13"/>
          <p:cNvSpPr>
            <a:spLocks noGrp="1" noChangeArrowheads="1"/>
          </p:cNvSpPr>
          <p:nvPr>
            <p:ph type="sldNum" sz="quarter" idx="4"/>
          </p:nvPr>
        </p:nvSpPr>
        <p:spPr bwMode="auto">
          <a:xfrm>
            <a:off x="-12700" y="6527800"/>
            <a:ext cx="255587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sz="1400">
                <a:solidFill>
                  <a:schemeClr val="bg1"/>
                </a:solidFill>
              </a:defRPr>
            </a:lvl1pPr>
          </a:lstStyle>
          <a:p>
            <a:pPr fontAlgn="base">
              <a:spcAft>
                <a:spcPct val="0"/>
              </a:spcAft>
              <a:defRPr/>
            </a:pPr>
            <a:fld id="{F0D36A63-1670-4947-BB67-B4978C0AD0E4}" type="slidenum">
              <a:rPr lang="en-US">
                <a:solidFill>
                  <a:srgbClr val="FFFFFF"/>
                </a:solidFill>
              </a:rPr>
              <a:pPr fontAlgn="base">
                <a:spcAft>
                  <a:spcPct val="0"/>
                </a:spcAft>
                <a:defRPr/>
              </a:pPr>
              <a:t>‹#›</a:t>
            </a:fld>
            <a:r>
              <a:rPr lang="en-US">
                <a:solidFill>
                  <a:srgbClr val="FFFFFF"/>
                </a:solidFill>
              </a:rPr>
              <a:t>    Visteon Confidential</a:t>
            </a:r>
          </a:p>
          <a:p>
            <a:pPr fontAlgn="base">
              <a:spcAft>
                <a:spcPct val="0"/>
              </a:spcAft>
              <a:defRPr/>
            </a:pPr>
            <a:endParaRPr lang="en-US">
              <a:solidFill>
                <a:srgbClr val="FFFFFF"/>
              </a:solidFill>
            </a:endParaRPr>
          </a:p>
        </p:txBody>
      </p:sp>
      <p:sp>
        <p:nvSpPr>
          <p:cNvPr id="1032" name="Rectangle 2"/>
          <p:cNvSpPr>
            <a:spLocks noGrp="1" noChangeArrowheads="1"/>
          </p:cNvSpPr>
          <p:nvPr>
            <p:ph type="title"/>
          </p:nvPr>
        </p:nvSpPr>
        <p:spPr bwMode="auto">
          <a:xfrm>
            <a:off x="133350" y="173038"/>
            <a:ext cx="76946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Tree>
    <p:extLst>
      <p:ext uri="{BB962C8B-B14F-4D97-AF65-F5344CB8AC3E}">
        <p14:creationId xmlns:p14="http://schemas.microsoft.com/office/powerpoint/2010/main" val="6798270"/>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Lst>
  <p:timing>
    <p:tnLst>
      <p:par>
        <p:cTn id="1" dur="indefinite" restart="never" nodeType="tmRoot"/>
      </p:par>
    </p:tnLst>
  </p:timing>
  <p:hf hdr="0" ftr="0" dt="0"/>
  <p:txStyles>
    <p:titleStyle>
      <a:lvl1pPr algn="l" rtl="0" eaLnBrk="0" fontAlgn="base" hangingPunct="0">
        <a:lnSpc>
          <a:spcPct val="80000"/>
        </a:lnSpc>
        <a:spcBef>
          <a:spcPct val="0"/>
        </a:spcBef>
        <a:spcAft>
          <a:spcPct val="0"/>
        </a:spcAft>
        <a:defRPr sz="3600" b="1">
          <a:solidFill>
            <a:schemeClr val="tx1"/>
          </a:solidFill>
          <a:latin typeface="+mj-lt"/>
          <a:ea typeface="+mj-ea"/>
          <a:cs typeface="+mj-cs"/>
        </a:defRPr>
      </a:lvl1pPr>
      <a:lvl2pPr algn="l" rtl="0" eaLnBrk="0" fontAlgn="base" hangingPunct="0">
        <a:lnSpc>
          <a:spcPct val="80000"/>
        </a:lnSpc>
        <a:spcBef>
          <a:spcPct val="0"/>
        </a:spcBef>
        <a:spcAft>
          <a:spcPct val="0"/>
        </a:spcAft>
        <a:defRPr sz="3600" b="1">
          <a:solidFill>
            <a:schemeClr val="tx1"/>
          </a:solidFill>
          <a:latin typeface="Arial" charset="0"/>
        </a:defRPr>
      </a:lvl2pPr>
      <a:lvl3pPr algn="l" rtl="0" eaLnBrk="0" fontAlgn="base" hangingPunct="0">
        <a:lnSpc>
          <a:spcPct val="80000"/>
        </a:lnSpc>
        <a:spcBef>
          <a:spcPct val="0"/>
        </a:spcBef>
        <a:spcAft>
          <a:spcPct val="0"/>
        </a:spcAft>
        <a:defRPr sz="3600" b="1">
          <a:solidFill>
            <a:schemeClr val="tx1"/>
          </a:solidFill>
          <a:latin typeface="Arial" charset="0"/>
        </a:defRPr>
      </a:lvl3pPr>
      <a:lvl4pPr algn="l" rtl="0" eaLnBrk="0" fontAlgn="base" hangingPunct="0">
        <a:lnSpc>
          <a:spcPct val="80000"/>
        </a:lnSpc>
        <a:spcBef>
          <a:spcPct val="0"/>
        </a:spcBef>
        <a:spcAft>
          <a:spcPct val="0"/>
        </a:spcAft>
        <a:defRPr sz="3600" b="1">
          <a:solidFill>
            <a:schemeClr val="tx1"/>
          </a:solidFill>
          <a:latin typeface="Arial" charset="0"/>
        </a:defRPr>
      </a:lvl4pPr>
      <a:lvl5pPr algn="l" rtl="0" eaLnBrk="0" fontAlgn="base" hangingPunct="0">
        <a:lnSpc>
          <a:spcPct val="80000"/>
        </a:lnSpc>
        <a:spcBef>
          <a:spcPct val="0"/>
        </a:spcBef>
        <a:spcAft>
          <a:spcPct val="0"/>
        </a:spcAft>
        <a:defRPr sz="3600" b="1">
          <a:solidFill>
            <a:schemeClr val="tx1"/>
          </a:solidFill>
          <a:latin typeface="Arial" charset="0"/>
        </a:defRPr>
      </a:lvl5pPr>
      <a:lvl6pPr marL="457200" algn="l" rtl="0" fontAlgn="base">
        <a:lnSpc>
          <a:spcPct val="80000"/>
        </a:lnSpc>
        <a:spcBef>
          <a:spcPct val="0"/>
        </a:spcBef>
        <a:spcAft>
          <a:spcPct val="0"/>
        </a:spcAft>
        <a:defRPr sz="3600" b="1">
          <a:solidFill>
            <a:schemeClr val="tx1"/>
          </a:solidFill>
          <a:latin typeface="Arial" charset="0"/>
        </a:defRPr>
      </a:lvl6pPr>
      <a:lvl7pPr marL="914400" algn="l" rtl="0" fontAlgn="base">
        <a:lnSpc>
          <a:spcPct val="80000"/>
        </a:lnSpc>
        <a:spcBef>
          <a:spcPct val="0"/>
        </a:spcBef>
        <a:spcAft>
          <a:spcPct val="0"/>
        </a:spcAft>
        <a:defRPr sz="3600" b="1">
          <a:solidFill>
            <a:schemeClr val="tx1"/>
          </a:solidFill>
          <a:latin typeface="Arial" charset="0"/>
        </a:defRPr>
      </a:lvl7pPr>
      <a:lvl8pPr marL="1371600" algn="l" rtl="0" fontAlgn="base">
        <a:lnSpc>
          <a:spcPct val="80000"/>
        </a:lnSpc>
        <a:spcBef>
          <a:spcPct val="0"/>
        </a:spcBef>
        <a:spcAft>
          <a:spcPct val="0"/>
        </a:spcAft>
        <a:defRPr sz="3600" b="1">
          <a:solidFill>
            <a:schemeClr val="tx1"/>
          </a:solidFill>
          <a:latin typeface="Arial" charset="0"/>
        </a:defRPr>
      </a:lvl8pPr>
      <a:lvl9pPr marL="1828800" algn="l" rtl="0" fontAlgn="base">
        <a:lnSpc>
          <a:spcPct val="80000"/>
        </a:lnSpc>
        <a:spcBef>
          <a:spcPct val="0"/>
        </a:spcBef>
        <a:spcAft>
          <a:spcPct val="0"/>
        </a:spcAft>
        <a:defRPr sz="3600" b="1">
          <a:solidFill>
            <a:schemeClr val="tx1"/>
          </a:solidFill>
          <a:latin typeface="Arial" charset="0"/>
        </a:defRPr>
      </a:lvl9pPr>
    </p:titleStyle>
    <p:bodyStyle>
      <a:lvl1pPr marL="228600" indent="-228600" algn="l" rtl="0" eaLnBrk="0" fontAlgn="base" hangingPunct="0">
        <a:spcBef>
          <a:spcPct val="20000"/>
        </a:spcBef>
        <a:spcAft>
          <a:spcPct val="0"/>
        </a:spcAft>
        <a:buClr>
          <a:srgbClr val="FF7D00"/>
        </a:buClr>
        <a:buChar char="•"/>
        <a:defRPr sz="2800">
          <a:solidFill>
            <a:schemeClr val="tx1"/>
          </a:solidFill>
          <a:latin typeface="+mn-lt"/>
          <a:ea typeface="+mn-ea"/>
          <a:cs typeface="+mn-cs"/>
        </a:defRPr>
      </a:lvl1pPr>
      <a:lvl2pPr marL="685800" indent="-342900" algn="l" rtl="0" eaLnBrk="0" fontAlgn="base" hangingPunct="0">
        <a:spcBef>
          <a:spcPct val="20000"/>
        </a:spcBef>
        <a:spcAft>
          <a:spcPct val="0"/>
        </a:spcAft>
        <a:buClr>
          <a:srgbClr val="FF7D00"/>
        </a:buClr>
        <a:buChar char="–"/>
        <a:defRPr sz="2500">
          <a:solidFill>
            <a:schemeClr val="tx1"/>
          </a:solidFill>
          <a:latin typeface="+mn-lt"/>
        </a:defRPr>
      </a:lvl2pPr>
      <a:lvl3pPr marL="1028700" indent="-228600" algn="l" rtl="0" eaLnBrk="0" fontAlgn="base" hangingPunct="0">
        <a:spcBef>
          <a:spcPct val="20000"/>
        </a:spcBef>
        <a:spcAft>
          <a:spcPct val="0"/>
        </a:spcAft>
        <a:buClr>
          <a:srgbClr val="FF7D00"/>
        </a:buClr>
        <a:buChar char="»"/>
        <a:defRPr sz="2000">
          <a:solidFill>
            <a:schemeClr val="tx1"/>
          </a:solidFill>
          <a:latin typeface="+mn-lt"/>
        </a:defRPr>
      </a:lvl3pPr>
      <a:lvl4pPr marL="1371600" indent="-228600" algn="l" rtl="0" eaLnBrk="0" fontAlgn="base" hangingPunct="0">
        <a:spcBef>
          <a:spcPct val="20000"/>
        </a:spcBef>
        <a:spcAft>
          <a:spcPct val="0"/>
        </a:spcAft>
        <a:buClr>
          <a:srgbClr val="FF7D00"/>
        </a:buClr>
        <a:buChar char="–"/>
        <a:defRPr sz="1600">
          <a:solidFill>
            <a:schemeClr val="tx1"/>
          </a:solidFill>
          <a:latin typeface="+mn-lt"/>
        </a:defRPr>
      </a:lvl4pPr>
      <a:lvl5pPr marL="1828800" indent="-228600" algn="l" rtl="0" eaLnBrk="0" fontAlgn="base" hangingPunct="0">
        <a:spcBef>
          <a:spcPct val="20000"/>
        </a:spcBef>
        <a:spcAft>
          <a:spcPct val="0"/>
        </a:spcAft>
        <a:buClr>
          <a:srgbClr val="FF7D00"/>
        </a:buClr>
        <a:buChar char="»"/>
        <a:defRPr sz="1400">
          <a:solidFill>
            <a:schemeClr val="tx1"/>
          </a:solidFill>
          <a:latin typeface="+mn-lt"/>
        </a:defRPr>
      </a:lvl5pPr>
      <a:lvl6pPr marL="2286000" indent="-228600" algn="l" rtl="0" fontAlgn="base">
        <a:spcBef>
          <a:spcPct val="20000"/>
        </a:spcBef>
        <a:spcAft>
          <a:spcPct val="0"/>
        </a:spcAft>
        <a:buClr>
          <a:srgbClr val="FF7D00"/>
        </a:buClr>
        <a:buChar char="»"/>
        <a:defRPr sz="1400">
          <a:solidFill>
            <a:schemeClr val="tx1"/>
          </a:solidFill>
          <a:latin typeface="+mn-lt"/>
        </a:defRPr>
      </a:lvl6pPr>
      <a:lvl7pPr marL="2743200" indent="-228600" algn="l" rtl="0" fontAlgn="base">
        <a:spcBef>
          <a:spcPct val="20000"/>
        </a:spcBef>
        <a:spcAft>
          <a:spcPct val="0"/>
        </a:spcAft>
        <a:buClr>
          <a:srgbClr val="FF7D00"/>
        </a:buClr>
        <a:buChar char="»"/>
        <a:defRPr sz="1400">
          <a:solidFill>
            <a:schemeClr val="tx1"/>
          </a:solidFill>
          <a:latin typeface="+mn-lt"/>
        </a:defRPr>
      </a:lvl7pPr>
      <a:lvl8pPr marL="3200400" indent="-228600" algn="l" rtl="0" fontAlgn="base">
        <a:spcBef>
          <a:spcPct val="20000"/>
        </a:spcBef>
        <a:spcAft>
          <a:spcPct val="0"/>
        </a:spcAft>
        <a:buClr>
          <a:srgbClr val="FF7D00"/>
        </a:buClr>
        <a:buChar char="»"/>
        <a:defRPr sz="1400">
          <a:solidFill>
            <a:schemeClr val="tx1"/>
          </a:solidFill>
          <a:latin typeface="+mn-lt"/>
        </a:defRPr>
      </a:lvl8pPr>
      <a:lvl9pPr marL="3657600" indent="-228600" algn="l" rtl="0" fontAlgn="base">
        <a:spcBef>
          <a:spcPct val="20000"/>
        </a:spcBef>
        <a:spcAft>
          <a:spcPct val="0"/>
        </a:spcAft>
        <a:buClr>
          <a:srgbClr val="FF7D00"/>
        </a:buClr>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8" descr="ColorWhtBackground"/>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794625" y="109538"/>
            <a:ext cx="1258888"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3"/>
          <p:cNvSpPr>
            <a:spLocks noChangeArrowheads="1"/>
          </p:cNvSpPr>
          <p:nvPr/>
        </p:nvSpPr>
        <p:spPr bwMode="auto">
          <a:xfrm>
            <a:off x="0" y="6464300"/>
            <a:ext cx="9144000" cy="266700"/>
          </a:xfrm>
          <a:prstGeom prst="rect">
            <a:avLst/>
          </a:prstGeom>
          <a:solidFill>
            <a:srgbClr val="C0C0C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pPr algn="ctr" fontAlgn="base">
              <a:spcBef>
                <a:spcPct val="50000"/>
              </a:spcBef>
              <a:spcAft>
                <a:spcPct val="0"/>
              </a:spcAft>
            </a:pPr>
            <a:endParaRPr lang="en-US" sz="1200" smtClean="0">
              <a:solidFill>
                <a:srgbClr val="000000"/>
              </a:solidFill>
            </a:endParaRPr>
          </a:p>
        </p:txBody>
      </p:sp>
      <p:sp>
        <p:nvSpPr>
          <p:cNvPr id="1028" name="Rectangle 3"/>
          <p:cNvSpPr>
            <a:spLocks noGrp="1" noChangeArrowheads="1"/>
          </p:cNvSpPr>
          <p:nvPr>
            <p:ph type="body" idx="1"/>
          </p:nvPr>
        </p:nvSpPr>
        <p:spPr bwMode="auto">
          <a:xfrm>
            <a:off x="409575" y="1138238"/>
            <a:ext cx="8328025" cy="492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029" name="Line 8"/>
          <p:cNvSpPr>
            <a:spLocks noChangeShapeType="1"/>
          </p:cNvSpPr>
          <p:nvPr/>
        </p:nvSpPr>
        <p:spPr bwMode="auto">
          <a:xfrm>
            <a:off x="-14288" y="973138"/>
            <a:ext cx="9158288" cy="0"/>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algn="ctr" fontAlgn="base">
              <a:spcBef>
                <a:spcPct val="50000"/>
              </a:spcBef>
              <a:spcAft>
                <a:spcPct val="0"/>
              </a:spcAft>
            </a:pPr>
            <a:endParaRPr lang="en-US" sz="1200" smtClean="0">
              <a:solidFill>
                <a:srgbClr val="000000"/>
              </a:solidFill>
            </a:endParaRPr>
          </a:p>
        </p:txBody>
      </p:sp>
      <p:sp>
        <p:nvSpPr>
          <p:cNvPr id="1030" name="Rectangle 25"/>
          <p:cNvSpPr>
            <a:spLocks noChangeArrowheads="1"/>
          </p:cNvSpPr>
          <p:nvPr/>
        </p:nvSpPr>
        <p:spPr bwMode="auto">
          <a:xfrm>
            <a:off x="0" y="6540500"/>
            <a:ext cx="9144000" cy="317500"/>
          </a:xfrm>
          <a:prstGeom prst="rect">
            <a:avLst/>
          </a:prstGeom>
          <a:solidFill>
            <a:srgbClr val="5F5F5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algn="ctr" fontAlgn="base">
              <a:spcBef>
                <a:spcPct val="50000"/>
              </a:spcBef>
              <a:spcAft>
                <a:spcPct val="0"/>
              </a:spcAft>
            </a:pPr>
            <a:endParaRPr lang="en-US" sz="1200" smtClean="0">
              <a:solidFill>
                <a:srgbClr val="000000"/>
              </a:solidFill>
            </a:endParaRPr>
          </a:p>
        </p:txBody>
      </p:sp>
      <p:sp>
        <p:nvSpPr>
          <p:cNvPr id="2071565" name="Rectangle 13"/>
          <p:cNvSpPr>
            <a:spLocks noGrp="1" noChangeArrowheads="1"/>
          </p:cNvSpPr>
          <p:nvPr>
            <p:ph type="sldNum" sz="quarter" idx="4"/>
          </p:nvPr>
        </p:nvSpPr>
        <p:spPr bwMode="auto">
          <a:xfrm>
            <a:off x="-12700" y="6527800"/>
            <a:ext cx="255587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sz="1400">
                <a:solidFill>
                  <a:schemeClr val="bg1"/>
                </a:solidFill>
              </a:defRPr>
            </a:lvl1pPr>
          </a:lstStyle>
          <a:p>
            <a:pPr fontAlgn="base">
              <a:spcAft>
                <a:spcPct val="0"/>
              </a:spcAft>
              <a:defRPr/>
            </a:pPr>
            <a:fld id="{45860AAE-2CC4-4FD9-A133-878AAF740B28}" type="slidenum">
              <a:rPr lang="en-US">
                <a:solidFill>
                  <a:srgbClr val="FFFFFF"/>
                </a:solidFill>
              </a:rPr>
              <a:pPr fontAlgn="base">
                <a:spcAft>
                  <a:spcPct val="0"/>
                </a:spcAft>
                <a:defRPr/>
              </a:pPr>
              <a:t>‹#›</a:t>
            </a:fld>
            <a:r>
              <a:rPr lang="en-US">
                <a:solidFill>
                  <a:srgbClr val="FFFFFF"/>
                </a:solidFill>
              </a:rPr>
              <a:t>    Visteon Confidential</a:t>
            </a:r>
          </a:p>
          <a:p>
            <a:pPr fontAlgn="base">
              <a:spcAft>
                <a:spcPct val="0"/>
              </a:spcAft>
              <a:defRPr/>
            </a:pPr>
            <a:endParaRPr lang="en-US">
              <a:solidFill>
                <a:srgbClr val="FFFFFF"/>
              </a:solidFill>
            </a:endParaRPr>
          </a:p>
        </p:txBody>
      </p:sp>
      <p:sp>
        <p:nvSpPr>
          <p:cNvPr id="1032" name="Rectangle 2"/>
          <p:cNvSpPr>
            <a:spLocks noGrp="1" noChangeArrowheads="1"/>
          </p:cNvSpPr>
          <p:nvPr>
            <p:ph type="title"/>
          </p:nvPr>
        </p:nvSpPr>
        <p:spPr bwMode="auto">
          <a:xfrm>
            <a:off x="133350" y="173038"/>
            <a:ext cx="76946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Tree>
    <p:extLst>
      <p:ext uri="{BB962C8B-B14F-4D97-AF65-F5344CB8AC3E}">
        <p14:creationId xmlns:p14="http://schemas.microsoft.com/office/powerpoint/2010/main" val="2226303698"/>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Lst>
  <p:timing>
    <p:tnLst>
      <p:par>
        <p:cTn id="1" dur="indefinite" restart="never" nodeType="tmRoot"/>
      </p:par>
    </p:tnLst>
  </p:timing>
  <p:hf hdr="0" ftr="0" dt="0"/>
  <p:txStyles>
    <p:titleStyle>
      <a:lvl1pPr algn="l" rtl="0" eaLnBrk="0" fontAlgn="base" hangingPunct="0">
        <a:lnSpc>
          <a:spcPct val="80000"/>
        </a:lnSpc>
        <a:spcBef>
          <a:spcPct val="0"/>
        </a:spcBef>
        <a:spcAft>
          <a:spcPct val="0"/>
        </a:spcAft>
        <a:defRPr sz="3600" b="1">
          <a:solidFill>
            <a:schemeClr val="tx1"/>
          </a:solidFill>
          <a:latin typeface="+mj-lt"/>
          <a:ea typeface="+mj-ea"/>
          <a:cs typeface="+mj-cs"/>
        </a:defRPr>
      </a:lvl1pPr>
      <a:lvl2pPr algn="l" rtl="0" eaLnBrk="0" fontAlgn="base" hangingPunct="0">
        <a:lnSpc>
          <a:spcPct val="80000"/>
        </a:lnSpc>
        <a:spcBef>
          <a:spcPct val="0"/>
        </a:spcBef>
        <a:spcAft>
          <a:spcPct val="0"/>
        </a:spcAft>
        <a:defRPr sz="3600" b="1">
          <a:solidFill>
            <a:schemeClr val="tx1"/>
          </a:solidFill>
          <a:latin typeface="Arial" charset="0"/>
        </a:defRPr>
      </a:lvl2pPr>
      <a:lvl3pPr algn="l" rtl="0" eaLnBrk="0" fontAlgn="base" hangingPunct="0">
        <a:lnSpc>
          <a:spcPct val="80000"/>
        </a:lnSpc>
        <a:spcBef>
          <a:spcPct val="0"/>
        </a:spcBef>
        <a:spcAft>
          <a:spcPct val="0"/>
        </a:spcAft>
        <a:defRPr sz="3600" b="1">
          <a:solidFill>
            <a:schemeClr val="tx1"/>
          </a:solidFill>
          <a:latin typeface="Arial" charset="0"/>
        </a:defRPr>
      </a:lvl3pPr>
      <a:lvl4pPr algn="l" rtl="0" eaLnBrk="0" fontAlgn="base" hangingPunct="0">
        <a:lnSpc>
          <a:spcPct val="80000"/>
        </a:lnSpc>
        <a:spcBef>
          <a:spcPct val="0"/>
        </a:spcBef>
        <a:spcAft>
          <a:spcPct val="0"/>
        </a:spcAft>
        <a:defRPr sz="3600" b="1">
          <a:solidFill>
            <a:schemeClr val="tx1"/>
          </a:solidFill>
          <a:latin typeface="Arial" charset="0"/>
        </a:defRPr>
      </a:lvl4pPr>
      <a:lvl5pPr algn="l" rtl="0" eaLnBrk="0" fontAlgn="base" hangingPunct="0">
        <a:lnSpc>
          <a:spcPct val="80000"/>
        </a:lnSpc>
        <a:spcBef>
          <a:spcPct val="0"/>
        </a:spcBef>
        <a:spcAft>
          <a:spcPct val="0"/>
        </a:spcAft>
        <a:defRPr sz="3600" b="1">
          <a:solidFill>
            <a:schemeClr val="tx1"/>
          </a:solidFill>
          <a:latin typeface="Arial" charset="0"/>
        </a:defRPr>
      </a:lvl5pPr>
      <a:lvl6pPr marL="457200" algn="l" rtl="0" fontAlgn="base">
        <a:lnSpc>
          <a:spcPct val="80000"/>
        </a:lnSpc>
        <a:spcBef>
          <a:spcPct val="0"/>
        </a:spcBef>
        <a:spcAft>
          <a:spcPct val="0"/>
        </a:spcAft>
        <a:defRPr sz="3600" b="1">
          <a:solidFill>
            <a:schemeClr val="tx1"/>
          </a:solidFill>
          <a:latin typeface="Arial" charset="0"/>
        </a:defRPr>
      </a:lvl6pPr>
      <a:lvl7pPr marL="914400" algn="l" rtl="0" fontAlgn="base">
        <a:lnSpc>
          <a:spcPct val="80000"/>
        </a:lnSpc>
        <a:spcBef>
          <a:spcPct val="0"/>
        </a:spcBef>
        <a:spcAft>
          <a:spcPct val="0"/>
        </a:spcAft>
        <a:defRPr sz="3600" b="1">
          <a:solidFill>
            <a:schemeClr val="tx1"/>
          </a:solidFill>
          <a:latin typeface="Arial" charset="0"/>
        </a:defRPr>
      </a:lvl7pPr>
      <a:lvl8pPr marL="1371600" algn="l" rtl="0" fontAlgn="base">
        <a:lnSpc>
          <a:spcPct val="80000"/>
        </a:lnSpc>
        <a:spcBef>
          <a:spcPct val="0"/>
        </a:spcBef>
        <a:spcAft>
          <a:spcPct val="0"/>
        </a:spcAft>
        <a:defRPr sz="3600" b="1">
          <a:solidFill>
            <a:schemeClr val="tx1"/>
          </a:solidFill>
          <a:latin typeface="Arial" charset="0"/>
        </a:defRPr>
      </a:lvl8pPr>
      <a:lvl9pPr marL="1828800" algn="l" rtl="0" fontAlgn="base">
        <a:lnSpc>
          <a:spcPct val="80000"/>
        </a:lnSpc>
        <a:spcBef>
          <a:spcPct val="0"/>
        </a:spcBef>
        <a:spcAft>
          <a:spcPct val="0"/>
        </a:spcAft>
        <a:defRPr sz="3600" b="1">
          <a:solidFill>
            <a:schemeClr val="tx1"/>
          </a:solidFill>
          <a:latin typeface="Arial" charset="0"/>
        </a:defRPr>
      </a:lvl9pPr>
    </p:titleStyle>
    <p:bodyStyle>
      <a:lvl1pPr marL="228600" indent="-228600" algn="l" rtl="0" eaLnBrk="0" fontAlgn="base" hangingPunct="0">
        <a:spcBef>
          <a:spcPct val="20000"/>
        </a:spcBef>
        <a:spcAft>
          <a:spcPct val="0"/>
        </a:spcAft>
        <a:buClr>
          <a:srgbClr val="FF7D00"/>
        </a:buClr>
        <a:buChar char="•"/>
        <a:defRPr sz="2800">
          <a:solidFill>
            <a:schemeClr val="tx1"/>
          </a:solidFill>
          <a:latin typeface="+mn-lt"/>
          <a:ea typeface="+mn-ea"/>
          <a:cs typeface="+mn-cs"/>
        </a:defRPr>
      </a:lvl1pPr>
      <a:lvl2pPr marL="685800" indent="-342900" algn="l" rtl="0" eaLnBrk="0" fontAlgn="base" hangingPunct="0">
        <a:spcBef>
          <a:spcPct val="20000"/>
        </a:spcBef>
        <a:spcAft>
          <a:spcPct val="0"/>
        </a:spcAft>
        <a:buClr>
          <a:srgbClr val="FF7D00"/>
        </a:buClr>
        <a:buChar char="–"/>
        <a:defRPr sz="2500">
          <a:solidFill>
            <a:schemeClr val="tx1"/>
          </a:solidFill>
          <a:latin typeface="+mn-lt"/>
        </a:defRPr>
      </a:lvl2pPr>
      <a:lvl3pPr marL="1028700" indent="-228600" algn="l" rtl="0" eaLnBrk="0" fontAlgn="base" hangingPunct="0">
        <a:spcBef>
          <a:spcPct val="20000"/>
        </a:spcBef>
        <a:spcAft>
          <a:spcPct val="0"/>
        </a:spcAft>
        <a:buClr>
          <a:srgbClr val="FF7D00"/>
        </a:buClr>
        <a:buChar char="»"/>
        <a:defRPr sz="2000">
          <a:solidFill>
            <a:schemeClr val="tx1"/>
          </a:solidFill>
          <a:latin typeface="+mn-lt"/>
        </a:defRPr>
      </a:lvl3pPr>
      <a:lvl4pPr marL="1371600" indent="-228600" algn="l" rtl="0" eaLnBrk="0" fontAlgn="base" hangingPunct="0">
        <a:spcBef>
          <a:spcPct val="20000"/>
        </a:spcBef>
        <a:spcAft>
          <a:spcPct val="0"/>
        </a:spcAft>
        <a:buClr>
          <a:srgbClr val="FF7D00"/>
        </a:buClr>
        <a:buChar char="–"/>
        <a:defRPr sz="1600">
          <a:solidFill>
            <a:schemeClr val="tx1"/>
          </a:solidFill>
          <a:latin typeface="+mn-lt"/>
        </a:defRPr>
      </a:lvl4pPr>
      <a:lvl5pPr marL="1828800" indent="-228600" algn="l" rtl="0" eaLnBrk="0" fontAlgn="base" hangingPunct="0">
        <a:spcBef>
          <a:spcPct val="20000"/>
        </a:spcBef>
        <a:spcAft>
          <a:spcPct val="0"/>
        </a:spcAft>
        <a:buClr>
          <a:srgbClr val="FF7D00"/>
        </a:buClr>
        <a:buChar char="»"/>
        <a:defRPr sz="1400">
          <a:solidFill>
            <a:schemeClr val="tx1"/>
          </a:solidFill>
          <a:latin typeface="+mn-lt"/>
        </a:defRPr>
      </a:lvl5pPr>
      <a:lvl6pPr marL="2286000" indent="-228600" algn="l" rtl="0" fontAlgn="base">
        <a:spcBef>
          <a:spcPct val="20000"/>
        </a:spcBef>
        <a:spcAft>
          <a:spcPct val="0"/>
        </a:spcAft>
        <a:buClr>
          <a:srgbClr val="FF7D00"/>
        </a:buClr>
        <a:buChar char="»"/>
        <a:defRPr sz="1400">
          <a:solidFill>
            <a:schemeClr val="tx1"/>
          </a:solidFill>
          <a:latin typeface="+mn-lt"/>
        </a:defRPr>
      </a:lvl6pPr>
      <a:lvl7pPr marL="2743200" indent="-228600" algn="l" rtl="0" fontAlgn="base">
        <a:spcBef>
          <a:spcPct val="20000"/>
        </a:spcBef>
        <a:spcAft>
          <a:spcPct val="0"/>
        </a:spcAft>
        <a:buClr>
          <a:srgbClr val="FF7D00"/>
        </a:buClr>
        <a:buChar char="»"/>
        <a:defRPr sz="1400">
          <a:solidFill>
            <a:schemeClr val="tx1"/>
          </a:solidFill>
          <a:latin typeface="+mn-lt"/>
        </a:defRPr>
      </a:lvl7pPr>
      <a:lvl8pPr marL="3200400" indent="-228600" algn="l" rtl="0" fontAlgn="base">
        <a:spcBef>
          <a:spcPct val="20000"/>
        </a:spcBef>
        <a:spcAft>
          <a:spcPct val="0"/>
        </a:spcAft>
        <a:buClr>
          <a:srgbClr val="FF7D00"/>
        </a:buClr>
        <a:buChar char="»"/>
        <a:defRPr sz="1400">
          <a:solidFill>
            <a:schemeClr val="tx1"/>
          </a:solidFill>
          <a:latin typeface="+mn-lt"/>
        </a:defRPr>
      </a:lvl8pPr>
      <a:lvl9pPr marL="3657600" indent="-228600" algn="l" rtl="0" fontAlgn="base">
        <a:spcBef>
          <a:spcPct val="20000"/>
        </a:spcBef>
        <a:spcAft>
          <a:spcPct val="0"/>
        </a:spcAft>
        <a:buClr>
          <a:srgbClr val="FF7D00"/>
        </a:buClr>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a:xfrm>
            <a:off x="993775" y="2601896"/>
            <a:ext cx="7772400" cy="1171207"/>
          </a:xfrm>
        </p:spPr>
        <p:txBody>
          <a:bodyPr/>
          <a:lstStyle/>
          <a:p>
            <a:pPr eaLnBrk="1" hangingPunct="1"/>
            <a:r>
              <a:rPr lang="en-US" dirty="0" err="1" smtClean="0"/>
              <a:t>ui.iceapple</a:t>
            </a:r>
            <a:r>
              <a:rPr lang="en-US" dirty="0" smtClean="0"/>
              <a:t/>
            </a:r>
            <a:br>
              <a:rPr lang="en-US" dirty="0" smtClean="0"/>
            </a:br>
            <a:r>
              <a:rPr lang="en-US" dirty="0" smtClean="0"/>
              <a:t>Message </a:t>
            </a:r>
            <a:r>
              <a:rPr lang="en-US" dirty="0" smtClean="0"/>
              <a:t>Core</a:t>
            </a:r>
            <a:br>
              <a:rPr lang="en-US" dirty="0" smtClean="0"/>
            </a:br>
            <a:endParaRPr lang="en-US" sz="2000" dirty="0" smtClean="0"/>
          </a:p>
        </p:txBody>
      </p:sp>
    </p:spTree>
    <p:extLst>
      <p:ext uri="{BB962C8B-B14F-4D97-AF65-F5344CB8AC3E}">
        <p14:creationId xmlns:p14="http://schemas.microsoft.com/office/powerpoint/2010/main" val="25966062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dirty="0" smtClean="0"/>
              <a:t>Agenda</a:t>
            </a:r>
          </a:p>
        </p:txBody>
      </p:sp>
      <p:sp>
        <p:nvSpPr>
          <p:cNvPr id="4099"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algn="ctr" eaLnBrk="0" fontAlgn="base" hangingPunct="0">
              <a:spcBef>
                <a:spcPct val="50000"/>
              </a:spcBef>
              <a:spcAft>
                <a:spcPct val="0"/>
              </a:spcAft>
              <a:defRPr sz="1200">
                <a:solidFill>
                  <a:schemeClr val="tx1"/>
                </a:solidFill>
                <a:latin typeface="Arial" charset="0"/>
              </a:defRPr>
            </a:lvl6pPr>
            <a:lvl7pPr marL="2971800" indent="-228600" algn="ctr" eaLnBrk="0" fontAlgn="base" hangingPunct="0">
              <a:spcBef>
                <a:spcPct val="50000"/>
              </a:spcBef>
              <a:spcAft>
                <a:spcPct val="0"/>
              </a:spcAft>
              <a:defRPr sz="1200">
                <a:solidFill>
                  <a:schemeClr val="tx1"/>
                </a:solidFill>
                <a:latin typeface="Arial" charset="0"/>
              </a:defRPr>
            </a:lvl7pPr>
            <a:lvl8pPr marL="3429000" indent="-228600" algn="ctr" eaLnBrk="0" fontAlgn="base" hangingPunct="0">
              <a:spcBef>
                <a:spcPct val="50000"/>
              </a:spcBef>
              <a:spcAft>
                <a:spcPct val="0"/>
              </a:spcAft>
              <a:defRPr sz="1200">
                <a:solidFill>
                  <a:schemeClr val="tx1"/>
                </a:solidFill>
                <a:latin typeface="Arial" charset="0"/>
              </a:defRPr>
            </a:lvl8pPr>
            <a:lvl9pPr marL="3886200" indent="-228600" algn="ctr" eaLnBrk="0" fontAlgn="base" hangingPunct="0">
              <a:spcBef>
                <a:spcPct val="50000"/>
              </a:spcBef>
              <a:spcAft>
                <a:spcPct val="0"/>
              </a:spcAft>
              <a:defRPr sz="1200">
                <a:solidFill>
                  <a:schemeClr val="tx1"/>
                </a:solidFill>
                <a:latin typeface="Arial" charset="0"/>
              </a:defRPr>
            </a:lvl9pPr>
          </a:lstStyle>
          <a:p>
            <a:pPr eaLnBrk="1" hangingPunct="1"/>
            <a:fld id="{7789777C-73A2-470B-94B8-CD774A7E8D47}" type="slidenum">
              <a:rPr lang="en-US" sz="1400" smtClean="0">
                <a:solidFill>
                  <a:srgbClr val="FFFFFF"/>
                </a:solidFill>
              </a:rPr>
              <a:pPr eaLnBrk="1" hangingPunct="1"/>
              <a:t>2</a:t>
            </a:fld>
            <a:r>
              <a:rPr lang="en-US" sz="1400" smtClean="0">
                <a:solidFill>
                  <a:srgbClr val="FFFFFF"/>
                </a:solidFill>
              </a:rPr>
              <a:t>    Visteon Confidential</a:t>
            </a:r>
          </a:p>
          <a:p>
            <a:pPr eaLnBrk="1" hangingPunct="1"/>
            <a:endParaRPr lang="en-US" sz="1400" smtClean="0">
              <a:solidFill>
                <a:srgbClr val="FFFFFF"/>
              </a:solidFill>
            </a:endParaRPr>
          </a:p>
        </p:txBody>
      </p:sp>
      <p:sp>
        <p:nvSpPr>
          <p:cNvPr id="4100" name="Content Placeholder 2"/>
          <p:cNvSpPr>
            <a:spLocks/>
          </p:cNvSpPr>
          <p:nvPr/>
        </p:nvSpPr>
        <p:spPr bwMode="auto">
          <a:xfrm>
            <a:off x="409575" y="1181100"/>
            <a:ext cx="8328025" cy="492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lvl="0" indent="-228600" fontAlgn="base">
              <a:spcBef>
                <a:spcPct val="20000"/>
              </a:spcBef>
              <a:spcAft>
                <a:spcPct val="0"/>
              </a:spcAft>
              <a:buClr>
                <a:srgbClr val="FF7D00"/>
              </a:buClr>
              <a:buFontTx/>
              <a:buChar char="•"/>
            </a:pPr>
            <a:r>
              <a:rPr lang="en-US" sz="2800" dirty="0" smtClean="0">
                <a:solidFill>
                  <a:srgbClr val="000000"/>
                </a:solidFill>
                <a:latin typeface="Arial" charset="0"/>
              </a:rPr>
              <a:t>Overview </a:t>
            </a:r>
            <a:r>
              <a:rPr lang="en-US" sz="2800" dirty="0" smtClean="0">
                <a:solidFill>
                  <a:srgbClr val="000000"/>
                </a:solidFill>
                <a:latin typeface="Arial" charset="0"/>
              </a:rPr>
              <a:t>and features of message core</a:t>
            </a:r>
          </a:p>
          <a:p>
            <a:pPr marL="228600" indent="-228600" fontAlgn="base">
              <a:spcBef>
                <a:spcPct val="20000"/>
              </a:spcBef>
              <a:spcAft>
                <a:spcPct val="0"/>
              </a:spcAft>
              <a:buClr>
                <a:srgbClr val="FF7D00"/>
              </a:buClr>
              <a:buFontTx/>
              <a:buChar char="•"/>
            </a:pPr>
            <a:r>
              <a:rPr lang="en-US" sz="2800" dirty="0">
                <a:solidFill>
                  <a:srgbClr val="000000"/>
                </a:solidFill>
                <a:latin typeface="Arial" charset="0"/>
              </a:rPr>
              <a:t>Message core context with </a:t>
            </a:r>
            <a:r>
              <a:rPr lang="en-US" sz="2800" dirty="0" err="1">
                <a:solidFill>
                  <a:srgbClr val="000000"/>
                </a:solidFill>
                <a:latin typeface="Arial" charset="0"/>
              </a:rPr>
              <a:t>IceApple</a:t>
            </a:r>
            <a:endParaRPr lang="en-US" sz="2800" dirty="0">
              <a:solidFill>
                <a:srgbClr val="000000"/>
              </a:solidFill>
            </a:endParaRPr>
          </a:p>
          <a:p>
            <a:pPr marL="228600" lvl="0" indent="-228600" fontAlgn="base">
              <a:spcBef>
                <a:spcPct val="20000"/>
              </a:spcBef>
              <a:spcAft>
                <a:spcPct val="0"/>
              </a:spcAft>
              <a:buClr>
                <a:srgbClr val="FF7D00"/>
              </a:buClr>
              <a:buFontTx/>
              <a:buChar char="•"/>
            </a:pPr>
            <a:r>
              <a:rPr lang="en-US" sz="2800" dirty="0" smtClean="0">
                <a:solidFill>
                  <a:srgbClr val="000000"/>
                </a:solidFill>
                <a:latin typeface="Arial" charset="0"/>
              </a:rPr>
              <a:t>Designing warning in GDT</a:t>
            </a:r>
          </a:p>
          <a:p>
            <a:pPr marL="228600" lvl="0" indent="-228600" fontAlgn="base">
              <a:spcBef>
                <a:spcPct val="20000"/>
              </a:spcBef>
              <a:spcAft>
                <a:spcPct val="0"/>
              </a:spcAft>
              <a:buClr>
                <a:srgbClr val="FF7D00"/>
              </a:buClr>
              <a:buFontTx/>
              <a:buChar char="•"/>
            </a:pPr>
            <a:r>
              <a:rPr lang="en-US" sz="2800" dirty="0" smtClean="0">
                <a:solidFill>
                  <a:srgbClr val="000000"/>
                </a:solidFill>
                <a:latin typeface="Arial" charset="0"/>
              </a:rPr>
              <a:t>Using Message configurator tool</a:t>
            </a:r>
          </a:p>
          <a:p>
            <a:pPr marL="228600" lvl="0" indent="-228600" fontAlgn="base">
              <a:spcBef>
                <a:spcPct val="20000"/>
              </a:spcBef>
              <a:spcAft>
                <a:spcPct val="0"/>
              </a:spcAft>
              <a:buClr>
                <a:srgbClr val="FF7D00"/>
              </a:buClr>
              <a:buFontTx/>
              <a:buChar char="•"/>
            </a:pPr>
            <a:r>
              <a:rPr lang="en-US" sz="2800" dirty="0" smtClean="0">
                <a:solidFill>
                  <a:srgbClr val="000000"/>
                </a:solidFill>
                <a:latin typeface="Arial" charset="0"/>
              </a:rPr>
              <a:t>Demo of popup and messages in simulation</a:t>
            </a:r>
          </a:p>
          <a:p>
            <a:pPr marL="228600" indent="-228600" fontAlgn="base">
              <a:spcBef>
                <a:spcPct val="20000"/>
              </a:spcBef>
              <a:spcAft>
                <a:spcPct val="0"/>
              </a:spcAft>
              <a:buClr>
                <a:srgbClr val="FF7D00"/>
              </a:buClr>
              <a:buFontTx/>
              <a:buChar char="•"/>
            </a:pPr>
            <a:endParaRPr lang="en-US" sz="2800" dirty="0">
              <a:solidFill>
                <a:srgbClr val="000000"/>
              </a:solidFill>
            </a:endParaRPr>
          </a:p>
        </p:txBody>
      </p:sp>
    </p:spTree>
    <p:extLst>
      <p:ext uri="{BB962C8B-B14F-4D97-AF65-F5344CB8AC3E}">
        <p14:creationId xmlns:p14="http://schemas.microsoft.com/office/powerpoint/2010/main" val="10983106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6200" y="152400"/>
            <a:ext cx="7694613" cy="609600"/>
          </a:xfrm>
        </p:spPr>
        <p:txBody>
          <a:bodyPr/>
          <a:lstStyle/>
          <a:p>
            <a:r>
              <a:rPr lang="en-US" dirty="0" smtClean="0"/>
              <a:t>Overview of Message Core </a:t>
            </a:r>
          </a:p>
        </p:txBody>
      </p:sp>
      <p:sp>
        <p:nvSpPr>
          <p:cNvPr id="5123" name="Rectangle 3"/>
          <p:cNvSpPr>
            <a:spLocks noGrp="1" noChangeArrowheads="1"/>
          </p:cNvSpPr>
          <p:nvPr>
            <p:ph type="body" idx="1"/>
          </p:nvPr>
        </p:nvSpPr>
        <p:spPr>
          <a:xfrm>
            <a:off x="409575" y="1166813"/>
            <a:ext cx="8328025" cy="4922837"/>
          </a:xfrm>
        </p:spPr>
        <p:txBody>
          <a:bodyPr/>
          <a:lstStyle/>
          <a:p>
            <a:pPr>
              <a:lnSpc>
                <a:spcPct val="90000"/>
              </a:lnSpc>
            </a:pPr>
            <a:r>
              <a:rPr lang="en-US" dirty="0" smtClean="0"/>
              <a:t>Message detection from application-provided functions.  These are arranged in a priority order such that the highest priority message request is always presented to the subsequent layers.</a:t>
            </a:r>
          </a:p>
          <a:p>
            <a:pPr>
              <a:lnSpc>
                <a:spcPct val="90000"/>
              </a:lnSpc>
            </a:pPr>
            <a:r>
              <a:rPr lang="en-US" dirty="0" smtClean="0"/>
              <a:t>Ordered display of active messages with optional timeout and user acknowledgement for each message depending on the configuration of each message.</a:t>
            </a:r>
          </a:p>
          <a:p>
            <a:pPr>
              <a:lnSpc>
                <a:spcPct val="90000"/>
              </a:lnSpc>
            </a:pPr>
            <a:r>
              <a:rPr lang="en-US" dirty="0" smtClean="0"/>
              <a:t>Message storage facility so that messages that have been cleared from the display can be reviewed on demand (normally through the menu system).</a:t>
            </a:r>
          </a:p>
        </p:txBody>
      </p:sp>
    </p:spTree>
    <p:extLst>
      <p:ext uri="{BB962C8B-B14F-4D97-AF65-F5344CB8AC3E}">
        <p14:creationId xmlns:p14="http://schemas.microsoft.com/office/powerpoint/2010/main" val="8609131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6200" y="152400"/>
            <a:ext cx="7694613" cy="609600"/>
          </a:xfrm>
        </p:spPr>
        <p:txBody>
          <a:bodyPr/>
          <a:lstStyle/>
          <a:p>
            <a:r>
              <a:rPr lang="en-US" dirty="0" smtClean="0"/>
              <a:t>Features of Message Core </a:t>
            </a:r>
          </a:p>
        </p:txBody>
      </p:sp>
      <p:sp>
        <p:nvSpPr>
          <p:cNvPr id="5123" name="Rectangle 3"/>
          <p:cNvSpPr>
            <a:spLocks noGrp="1" noChangeArrowheads="1"/>
          </p:cNvSpPr>
          <p:nvPr>
            <p:ph type="body" idx="1"/>
          </p:nvPr>
        </p:nvSpPr>
        <p:spPr>
          <a:xfrm>
            <a:off x="409575" y="1066800"/>
            <a:ext cx="8328025" cy="5333999"/>
          </a:xfrm>
        </p:spPr>
        <p:txBody>
          <a:bodyPr/>
          <a:lstStyle/>
          <a:p>
            <a:pPr>
              <a:lnSpc>
                <a:spcPct val="90000"/>
              </a:lnSpc>
            </a:pPr>
            <a:r>
              <a:rPr lang="en-US" dirty="0" smtClean="0"/>
              <a:t>It’s a plug in component which is being included in </a:t>
            </a:r>
            <a:r>
              <a:rPr lang="en-US" dirty="0" err="1" smtClean="0"/>
              <a:t>iceapple</a:t>
            </a:r>
            <a:r>
              <a:rPr lang="en-US" dirty="0" smtClean="0"/>
              <a:t> to meet specific warning requirements.</a:t>
            </a:r>
          </a:p>
          <a:p>
            <a:pPr>
              <a:lnSpc>
                <a:spcPct val="90000"/>
              </a:lnSpc>
            </a:pPr>
            <a:r>
              <a:rPr lang="en-US" dirty="0" smtClean="0"/>
              <a:t>Message core &amp; Popup core comparison</a:t>
            </a:r>
          </a:p>
          <a:p>
            <a:pPr lvl="1">
              <a:lnSpc>
                <a:spcPct val="90000"/>
              </a:lnSpc>
            </a:pPr>
            <a:r>
              <a:rPr lang="en-US" dirty="0" smtClean="0"/>
              <a:t>Message core offers storage facility.</a:t>
            </a:r>
          </a:p>
          <a:p>
            <a:pPr lvl="1">
              <a:lnSpc>
                <a:spcPct val="90000"/>
              </a:lnSpc>
            </a:pPr>
            <a:r>
              <a:rPr lang="en-US" dirty="0" smtClean="0"/>
              <a:t>Various options in message core – Cycling, cycling with timeout, first time show of the message for specific time period, acknowledge after minimum time, allow inactive warning to timeout, bring the warning to display after specific duration.</a:t>
            </a:r>
          </a:p>
          <a:p>
            <a:pPr lvl="1">
              <a:lnSpc>
                <a:spcPct val="90000"/>
              </a:lnSpc>
            </a:pPr>
            <a:r>
              <a:rPr lang="en-US" dirty="0" smtClean="0"/>
              <a:t>From a set of user input functions, scanning will be done for all messages and messages that are active will be fetched and prioritized based on configuration. Message Core round robin task need to be invoked periodically.</a:t>
            </a:r>
          </a:p>
          <a:p>
            <a:pPr lvl="1">
              <a:lnSpc>
                <a:spcPct val="90000"/>
              </a:lnSpc>
            </a:pPr>
            <a:endParaRPr lang="en-US" dirty="0" smtClean="0"/>
          </a:p>
          <a:p>
            <a:pPr>
              <a:lnSpc>
                <a:spcPct val="90000"/>
              </a:lnSpc>
            </a:pPr>
            <a:endParaRPr lang="en-US" dirty="0" smtClean="0"/>
          </a:p>
        </p:txBody>
      </p:sp>
    </p:spTree>
    <p:extLst>
      <p:ext uri="{BB962C8B-B14F-4D97-AF65-F5344CB8AC3E}">
        <p14:creationId xmlns:p14="http://schemas.microsoft.com/office/powerpoint/2010/main" val="5691208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6200" y="152400"/>
            <a:ext cx="8305800" cy="609600"/>
          </a:xfrm>
        </p:spPr>
        <p:txBody>
          <a:bodyPr/>
          <a:lstStyle/>
          <a:p>
            <a:pPr marL="228600" lvl="0" indent="-228600">
              <a:spcBef>
                <a:spcPct val="20000"/>
              </a:spcBef>
            </a:pPr>
            <a:r>
              <a:rPr lang="en-US" dirty="0" smtClean="0">
                <a:solidFill>
                  <a:srgbClr val="000000"/>
                </a:solidFill>
                <a:latin typeface="Arial" charset="0"/>
              </a:rPr>
              <a:t>Message </a:t>
            </a:r>
            <a:r>
              <a:rPr lang="en-US" dirty="0">
                <a:solidFill>
                  <a:srgbClr val="000000"/>
                </a:solidFill>
                <a:latin typeface="Arial" charset="0"/>
              </a:rPr>
              <a:t>core Context with </a:t>
            </a:r>
            <a:r>
              <a:rPr lang="en-US" dirty="0" err="1">
                <a:solidFill>
                  <a:srgbClr val="000000"/>
                </a:solidFill>
                <a:latin typeface="Arial" charset="0"/>
              </a:rPr>
              <a:t>IceApple</a:t>
            </a:r>
            <a:endParaRPr lang="en-US" dirty="0">
              <a:solidFill>
                <a:srgbClr val="000000"/>
              </a:solidFill>
              <a:latin typeface="Arial" charset="0"/>
            </a:endParaRPr>
          </a:p>
        </p:txBody>
      </p:sp>
      <p:sp>
        <p:nvSpPr>
          <p:cNvPr id="3" name="Content Placeholder 2"/>
          <p:cNvSpPr>
            <a:spLocks noGrp="1"/>
          </p:cNvSpPr>
          <p:nvPr>
            <p:ph idx="1"/>
          </p:nvPr>
        </p:nvSpPr>
        <p:spPr/>
        <p:txBody>
          <a:bodyPr/>
          <a:lstStyle/>
          <a:p>
            <a:pPr marL="0" indent="0">
              <a:buNone/>
            </a:pPr>
            <a:endParaRPr lang="en-US" dirty="0"/>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463" y="1066800"/>
            <a:ext cx="8601075"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46220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smtClean="0"/>
              <a:t>Message Core – Data design</a:t>
            </a:r>
          </a:p>
        </p:txBody>
      </p:sp>
      <p:sp>
        <p:nvSpPr>
          <p:cNvPr id="87043" name="Rectangle 3"/>
          <p:cNvSpPr>
            <a:spLocks noGrp="1" noChangeArrowheads="1"/>
          </p:cNvSpPr>
          <p:nvPr>
            <p:ph type="body" idx="1"/>
          </p:nvPr>
        </p:nvSpPr>
        <p:spPr>
          <a:xfrm>
            <a:off x="409575" y="962025"/>
            <a:ext cx="8328025" cy="5099050"/>
          </a:xfrm>
        </p:spPr>
        <p:txBody>
          <a:bodyPr/>
          <a:lstStyle/>
          <a:p>
            <a:pPr>
              <a:lnSpc>
                <a:spcPct val="80000"/>
              </a:lnSpc>
              <a:defRPr/>
            </a:pPr>
            <a:r>
              <a:rPr lang="en-US" sz="2400" dirty="0" smtClean="0"/>
              <a:t>Structures</a:t>
            </a:r>
          </a:p>
          <a:p>
            <a:pPr>
              <a:lnSpc>
                <a:spcPct val="80000"/>
              </a:lnSpc>
              <a:defRPr/>
            </a:pPr>
            <a:r>
              <a:rPr lang="en-GB" sz="1600" b="1" dirty="0" err="1" smtClean="0"/>
              <a:t>typedef</a:t>
            </a:r>
            <a:r>
              <a:rPr lang="en-GB" sz="1600" dirty="0" smtClean="0"/>
              <a:t> </a:t>
            </a:r>
            <a:r>
              <a:rPr lang="en-GB" sz="1600" b="1" dirty="0" err="1" smtClean="0"/>
              <a:t>struct</a:t>
            </a:r>
            <a:r>
              <a:rPr lang="en-GB" sz="1600" dirty="0" smtClean="0"/>
              <a:t> _</a:t>
            </a:r>
            <a:r>
              <a:rPr lang="en-GB" sz="1600" dirty="0" err="1" smtClean="0"/>
              <a:t>msgMessageStruct</a:t>
            </a:r>
            <a:r>
              <a:rPr lang="en-GB" sz="1600" dirty="0" smtClean="0"/>
              <a:t/>
            </a:r>
            <a:br>
              <a:rPr lang="en-GB" sz="1600" dirty="0" smtClean="0"/>
            </a:br>
            <a:r>
              <a:rPr lang="en-GB" sz="1600" dirty="0" smtClean="0"/>
              <a:t>{</a:t>
            </a:r>
            <a:br>
              <a:rPr lang="en-GB" sz="1600" dirty="0" smtClean="0"/>
            </a:br>
            <a:r>
              <a:rPr lang="en-GB" sz="1600" dirty="0" smtClean="0"/>
              <a:t>    U08SIF_GET_DATA  </a:t>
            </a:r>
            <a:r>
              <a:rPr lang="en-GB" sz="1600" dirty="0" err="1" smtClean="0"/>
              <a:t>CheckActiveCondition</a:t>
            </a:r>
            <a:r>
              <a:rPr lang="en-GB" sz="1600" dirty="0" smtClean="0"/>
              <a:t>;</a:t>
            </a:r>
            <a:br>
              <a:rPr lang="en-GB" sz="1600" dirty="0" smtClean="0"/>
            </a:br>
            <a:r>
              <a:rPr lang="en-GB" sz="1600" dirty="0" smtClean="0"/>
              <a:t>    U08SIF_GET_DATA  </a:t>
            </a:r>
            <a:r>
              <a:rPr lang="en-GB" sz="1600" dirty="0" err="1" smtClean="0"/>
              <a:t>MsgEventCallback</a:t>
            </a:r>
            <a:r>
              <a:rPr lang="en-GB" sz="1600" dirty="0" smtClean="0"/>
              <a:t>;</a:t>
            </a:r>
            <a:br>
              <a:rPr lang="en-GB" sz="1600" dirty="0" smtClean="0"/>
            </a:br>
            <a:r>
              <a:rPr lang="en-GB" sz="1600" dirty="0" smtClean="0"/>
              <a:t>    UINT8            </a:t>
            </a:r>
            <a:r>
              <a:rPr lang="en-GB" sz="1600" dirty="0" err="1" smtClean="0"/>
              <a:t>ConditionQualifier</a:t>
            </a:r>
            <a:r>
              <a:rPr lang="en-GB" sz="1600" dirty="0" smtClean="0"/>
              <a:t>;</a:t>
            </a:r>
            <a:br>
              <a:rPr lang="en-GB" sz="1600" dirty="0" smtClean="0"/>
            </a:br>
            <a:r>
              <a:rPr lang="en-GB" sz="1600" dirty="0" smtClean="0"/>
              <a:t>    UINT8            </a:t>
            </a:r>
            <a:r>
              <a:rPr lang="en-GB" sz="1600" dirty="0" err="1" smtClean="0"/>
              <a:t>EventQualifier</a:t>
            </a:r>
            <a:r>
              <a:rPr lang="en-GB" sz="1600" dirty="0" smtClean="0"/>
              <a:t>;        </a:t>
            </a:r>
            <a:r>
              <a:rPr lang="en-GB" sz="1600" i="1" dirty="0" smtClean="0"/>
              <a:t>/* See </a:t>
            </a:r>
            <a:r>
              <a:rPr lang="en-GB" sz="1600" i="1" dirty="0" err="1" smtClean="0"/>
              <a:t>callback</a:t>
            </a:r>
            <a:r>
              <a:rPr lang="en-GB" sz="1600" i="1" dirty="0" smtClean="0"/>
              <a:t> indication */</a:t>
            </a:r>
            <a:r>
              <a:rPr lang="en-GB" sz="1600" dirty="0" smtClean="0"/>
              <a:t/>
            </a:r>
            <a:br>
              <a:rPr lang="en-GB" sz="1600" dirty="0" smtClean="0"/>
            </a:br>
            <a:r>
              <a:rPr lang="en-GB" sz="1600" dirty="0" smtClean="0"/>
              <a:t>    UINT16           </a:t>
            </a:r>
            <a:r>
              <a:rPr lang="en-GB" sz="1600" dirty="0" err="1" smtClean="0"/>
              <a:t>DisplayTimeout</a:t>
            </a:r>
            <a:r>
              <a:rPr lang="en-GB" sz="1600" dirty="0" smtClean="0"/>
              <a:t>;</a:t>
            </a:r>
            <a:br>
              <a:rPr lang="en-GB" sz="1600" dirty="0" smtClean="0"/>
            </a:br>
            <a:r>
              <a:rPr lang="en-GB" sz="1600" dirty="0" smtClean="0"/>
              <a:t>    UINT16           </a:t>
            </a:r>
            <a:r>
              <a:rPr lang="en-GB" sz="1600" dirty="0" err="1" smtClean="0"/>
              <a:t>HoldTimeout</a:t>
            </a:r>
            <a:r>
              <a:rPr lang="en-GB" sz="1600" dirty="0" smtClean="0"/>
              <a:t>;</a:t>
            </a:r>
            <a:br>
              <a:rPr lang="en-GB" sz="1600" dirty="0" smtClean="0"/>
            </a:br>
            <a:r>
              <a:rPr lang="en-GB" sz="1600" dirty="0" smtClean="0"/>
              <a:t>    </a:t>
            </a:r>
            <a:r>
              <a:rPr lang="en-GB" sz="1600" dirty="0" err="1" smtClean="0"/>
              <a:t>eMessageCategory</a:t>
            </a:r>
            <a:r>
              <a:rPr lang="en-GB" sz="1600" dirty="0" smtClean="0"/>
              <a:t> Category;</a:t>
            </a:r>
            <a:br>
              <a:rPr lang="en-GB" sz="1600" dirty="0" smtClean="0"/>
            </a:br>
            <a:r>
              <a:rPr lang="en-GB" sz="1600" dirty="0" smtClean="0"/>
              <a:t>    UINT8            Priority;</a:t>
            </a:r>
            <a:br>
              <a:rPr lang="en-GB" sz="1600" dirty="0" smtClean="0"/>
            </a:br>
            <a:r>
              <a:rPr lang="en-GB" sz="1600" dirty="0" smtClean="0"/>
              <a:t>    UINT16          Options;</a:t>
            </a:r>
            <a:br>
              <a:rPr lang="en-GB" sz="1600" dirty="0" smtClean="0"/>
            </a:br>
            <a:r>
              <a:rPr lang="en-GB" sz="1600" dirty="0" smtClean="0"/>
              <a:t>    UINT8            </a:t>
            </a:r>
            <a:r>
              <a:rPr lang="en-GB" sz="1600" dirty="0" err="1" smtClean="0"/>
              <a:t>ActiveStates</a:t>
            </a:r>
            <a:r>
              <a:rPr lang="en-GB" sz="1600" dirty="0" smtClean="0"/>
              <a:t>;</a:t>
            </a:r>
          </a:p>
          <a:p>
            <a:pPr marL="0" indent="0">
              <a:lnSpc>
                <a:spcPct val="80000"/>
              </a:lnSpc>
              <a:buFontTx/>
              <a:buNone/>
              <a:defRPr/>
            </a:pPr>
            <a:r>
              <a:rPr lang="en-US" sz="1600" dirty="0"/>
              <a:t> </a:t>
            </a:r>
            <a:r>
              <a:rPr lang="en-US" sz="1600" dirty="0" smtClean="0"/>
              <a:t>   #</a:t>
            </a:r>
            <a:r>
              <a:rPr lang="en-US" sz="1600" dirty="0" err="1"/>
              <a:t>ifdef</a:t>
            </a:r>
            <a:r>
              <a:rPr lang="en-US" sz="1600" dirty="0"/>
              <a:t> HMI_MSG_ENABLE_NEW_MESSAGE_SEQ_QUEUE_TIMEOUT</a:t>
            </a:r>
            <a:br>
              <a:rPr lang="en-US" sz="1600" dirty="0"/>
            </a:br>
            <a:r>
              <a:rPr lang="en-US" sz="1600" dirty="0"/>
              <a:t>    </a:t>
            </a:r>
            <a:r>
              <a:rPr lang="en-US" sz="1600" dirty="0" smtClean="0"/>
              <a:t>    UINT16           </a:t>
            </a:r>
            <a:r>
              <a:rPr lang="en-US" sz="1600" dirty="0" err="1"/>
              <a:t>SeqQTimeout</a:t>
            </a:r>
            <a:r>
              <a:rPr lang="en-US" sz="1600" dirty="0"/>
              <a:t>;</a:t>
            </a:r>
            <a:br>
              <a:rPr lang="en-US" sz="1600" dirty="0"/>
            </a:br>
            <a:r>
              <a:rPr lang="en-US" sz="1600" dirty="0"/>
              <a:t>    #</a:t>
            </a:r>
            <a:r>
              <a:rPr lang="en-US" sz="1600" dirty="0" err="1" smtClean="0"/>
              <a:t>endif</a:t>
            </a:r>
            <a:endParaRPr lang="en-US" sz="1600" dirty="0"/>
          </a:p>
          <a:p>
            <a:pPr marL="0" indent="0">
              <a:lnSpc>
                <a:spcPct val="80000"/>
              </a:lnSpc>
              <a:buNone/>
              <a:defRPr/>
            </a:pPr>
            <a:r>
              <a:rPr lang="en-US" sz="1600" dirty="0"/>
              <a:t>   #</a:t>
            </a:r>
            <a:r>
              <a:rPr lang="en-US" sz="1600" dirty="0" err="1"/>
              <a:t>ifdef</a:t>
            </a:r>
            <a:r>
              <a:rPr lang="en-US" sz="1600" dirty="0"/>
              <a:t> HMI_MSG_UNIQUE_DISP_IND_TIME</a:t>
            </a:r>
          </a:p>
          <a:p>
            <a:pPr marL="0" indent="0">
              <a:lnSpc>
                <a:spcPct val="80000"/>
              </a:lnSpc>
              <a:buNone/>
              <a:defRPr/>
            </a:pPr>
            <a:r>
              <a:rPr lang="en-US" sz="1600" dirty="0"/>
              <a:t>       UINT16          </a:t>
            </a:r>
            <a:r>
              <a:rPr lang="en-US" sz="1600" dirty="0" err="1"/>
              <a:t>DispIndTimeout</a:t>
            </a:r>
            <a:r>
              <a:rPr lang="en-US" sz="1600" dirty="0"/>
              <a:t>;</a:t>
            </a:r>
          </a:p>
          <a:p>
            <a:pPr marL="0" indent="0">
              <a:lnSpc>
                <a:spcPct val="80000"/>
              </a:lnSpc>
              <a:buNone/>
              <a:defRPr/>
            </a:pPr>
            <a:r>
              <a:rPr lang="en-US" sz="1600" dirty="0"/>
              <a:t>    #</a:t>
            </a:r>
            <a:r>
              <a:rPr lang="en-US" sz="1600" dirty="0" err="1"/>
              <a:t>endif</a:t>
            </a:r>
            <a:r>
              <a:rPr lang="en-US" sz="1600" dirty="0" smtClean="0"/>
              <a:t/>
            </a:r>
            <a:br>
              <a:rPr lang="en-US" sz="1600" dirty="0" smtClean="0"/>
            </a:br>
            <a:r>
              <a:rPr lang="en-GB" sz="1600" dirty="0" smtClean="0"/>
              <a:t>} MSG_MESSAGE_STRUCT;</a:t>
            </a:r>
            <a:endParaRPr lang="en-US" sz="1600" dirty="0" smtClean="0"/>
          </a:p>
          <a:p>
            <a:pPr>
              <a:lnSpc>
                <a:spcPct val="80000"/>
              </a:lnSpc>
              <a:defRPr/>
            </a:pPr>
            <a:endParaRPr lang="en-US" sz="1600" dirty="0" smtClean="0"/>
          </a:p>
        </p:txBody>
      </p:sp>
    </p:spTree>
    <p:extLst>
      <p:ext uri="{BB962C8B-B14F-4D97-AF65-F5344CB8AC3E}">
        <p14:creationId xmlns:p14="http://schemas.microsoft.com/office/powerpoint/2010/main" val="929280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smtClean="0"/>
              <a:t>Message Core – Data design</a:t>
            </a:r>
          </a:p>
        </p:txBody>
      </p:sp>
      <p:sp>
        <p:nvSpPr>
          <p:cNvPr id="16387" name="Rectangle 3"/>
          <p:cNvSpPr>
            <a:spLocks noGrp="1" noChangeArrowheads="1"/>
          </p:cNvSpPr>
          <p:nvPr>
            <p:ph type="body" idx="1"/>
          </p:nvPr>
        </p:nvSpPr>
        <p:spPr/>
        <p:txBody>
          <a:bodyPr/>
          <a:lstStyle/>
          <a:p>
            <a:pPr>
              <a:lnSpc>
                <a:spcPct val="80000"/>
              </a:lnSpc>
            </a:pPr>
            <a:r>
              <a:rPr lang="en-GB" sz="2400" smtClean="0"/>
              <a:t>MSG_MESSAGE_CATEGORIES</a:t>
            </a:r>
            <a:endParaRPr lang="en-GB" sz="2400" i="1" smtClean="0"/>
          </a:p>
          <a:p>
            <a:pPr>
              <a:lnSpc>
                <a:spcPct val="80000"/>
              </a:lnSpc>
            </a:pPr>
            <a:r>
              <a:rPr lang="en-GB" sz="1600" i="1" smtClean="0"/>
              <a:t>/*--------------------------------------------------------------------------*/</a:t>
            </a:r>
            <a:r>
              <a:rPr lang="en-GB" sz="1600" smtClean="0"/>
              <a:t/>
            </a:r>
            <a:br>
              <a:rPr lang="en-GB" sz="1600" smtClean="0"/>
            </a:br>
            <a:r>
              <a:rPr lang="en-GB" sz="1600" i="1" smtClean="0"/>
              <a:t>/* Define the set of message types that are present in the application.     */</a:t>
            </a:r>
            <a:r>
              <a:rPr lang="en-GB" sz="1600" smtClean="0"/>
              <a:t/>
            </a:r>
            <a:br>
              <a:rPr lang="en-GB" sz="1600" smtClean="0"/>
            </a:br>
            <a:r>
              <a:rPr lang="en-GB" sz="1600" i="1" smtClean="0"/>
              <a:t>/* These must be in DESCENDING priority order.                              */</a:t>
            </a:r>
            <a:r>
              <a:rPr lang="en-GB" sz="1600" smtClean="0"/>
              <a:t/>
            </a:r>
            <a:br>
              <a:rPr lang="en-GB" sz="1600" smtClean="0"/>
            </a:br>
            <a:r>
              <a:rPr lang="en-GB" sz="1600" i="1" smtClean="0"/>
              <a:t>/*--------------------------------------------------------------------------*/</a:t>
            </a:r>
            <a:r>
              <a:rPr lang="en-GB" sz="1600" smtClean="0"/>
              <a:t/>
            </a:r>
            <a:br>
              <a:rPr lang="en-GB" sz="1600" smtClean="0"/>
            </a:br>
            <a:r>
              <a:rPr lang="en-GB" sz="2200" smtClean="0"/>
              <a:t>#define MSG_MESSAGE_CATEGORIES \</a:t>
            </a:r>
            <a:r>
              <a:rPr lang="en-GB" sz="2000" smtClean="0"/>
              <a:t/>
            </a:r>
            <a:br>
              <a:rPr lang="en-GB" sz="2000" smtClean="0"/>
            </a:br>
            <a:r>
              <a:rPr lang="en-GB" sz="2000" smtClean="0"/>
              <a:t>     mcOpFeedback,  \</a:t>
            </a:r>
            <a:br>
              <a:rPr lang="en-GB" sz="2000" smtClean="0"/>
            </a:br>
            <a:r>
              <a:rPr lang="en-GB" sz="2000" smtClean="0"/>
              <a:t>     mcHardWarning, \</a:t>
            </a:r>
            <a:br>
              <a:rPr lang="en-GB" sz="2000" smtClean="0"/>
            </a:br>
            <a:r>
              <a:rPr lang="en-GB" sz="2000" smtClean="0"/>
              <a:t>     mcSoftWarning, \</a:t>
            </a:r>
            <a:br>
              <a:rPr lang="en-GB" sz="2000" smtClean="0"/>
            </a:br>
            <a:r>
              <a:rPr lang="en-GB" sz="2000" smtClean="0"/>
              <a:t>     mcInformation, \</a:t>
            </a:r>
            <a:br>
              <a:rPr lang="en-GB" sz="2000" smtClean="0"/>
            </a:br>
            <a:r>
              <a:rPr lang="en-GB" sz="2000" smtClean="0"/>
              <a:t>     mcOkCondition  \</a:t>
            </a:r>
            <a:br>
              <a:rPr lang="en-GB" sz="2000" smtClean="0"/>
            </a:br>
            <a:r>
              <a:rPr lang="en-GB" sz="1800" smtClean="0"/>
              <a:t/>
            </a:r>
            <a:br>
              <a:rPr lang="en-GB" sz="1800" smtClean="0"/>
            </a:br>
            <a:r>
              <a:rPr lang="en-GB" sz="2000" b="1" smtClean="0"/>
              <a:t>typedef</a:t>
            </a:r>
            <a:r>
              <a:rPr lang="en-GB" sz="2000" smtClean="0"/>
              <a:t> </a:t>
            </a:r>
            <a:r>
              <a:rPr lang="en-GB" sz="2000" b="1" smtClean="0"/>
              <a:t>enum</a:t>
            </a:r>
            <a:r>
              <a:rPr lang="en-GB" sz="2000" smtClean="0"/>
              <a:t/>
            </a:r>
            <a:br>
              <a:rPr lang="en-GB" sz="2000" smtClean="0"/>
            </a:br>
            <a:r>
              <a:rPr lang="en-GB" sz="2000" smtClean="0"/>
              <a:t>{</a:t>
            </a:r>
            <a:br>
              <a:rPr lang="en-GB" sz="2000" smtClean="0"/>
            </a:br>
            <a:r>
              <a:rPr lang="en-GB" sz="2000" smtClean="0"/>
              <a:t>    MSG_MESSAGE_CATEGORIES,</a:t>
            </a:r>
            <a:br>
              <a:rPr lang="en-GB" sz="2000" smtClean="0"/>
            </a:br>
            <a:r>
              <a:rPr lang="en-GB" sz="2000" smtClean="0"/>
              <a:t>   mcMaximum</a:t>
            </a:r>
            <a:br>
              <a:rPr lang="en-GB" sz="2000" smtClean="0"/>
            </a:br>
            <a:r>
              <a:rPr lang="en-GB" sz="2000" smtClean="0"/>
              <a:t>} eMessageCategory;</a:t>
            </a:r>
            <a:br>
              <a:rPr lang="en-GB" sz="2000" smtClean="0"/>
            </a:br>
            <a:endParaRPr lang="en-US" sz="2000" smtClean="0"/>
          </a:p>
        </p:txBody>
      </p:sp>
    </p:spTree>
    <p:extLst>
      <p:ext uri="{BB962C8B-B14F-4D97-AF65-F5344CB8AC3E}">
        <p14:creationId xmlns:p14="http://schemas.microsoft.com/office/powerpoint/2010/main" val="3642766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smtClean="0"/>
              <a:t>Message Core – Data design</a:t>
            </a:r>
          </a:p>
        </p:txBody>
      </p:sp>
      <p:sp>
        <p:nvSpPr>
          <p:cNvPr id="17411" name="Rectangle 3"/>
          <p:cNvSpPr>
            <a:spLocks noGrp="1" noChangeArrowheads="1"/>
          </p:cNvSpPr>
          <p:nvPr>
            <p:ph type="body" idx="1"/>
          </p:nvPr>
        </p:nvSpPr>
        <p:spPr/>
        <p:txBody>
          <a:bodyPr/>
          <a:lstStyle/>
          <a:p>
            <a:pPr>
              <a:lnSpc>
                <a:spcPct val="90000"/>
              </a:lnSpc>
            </a:pPr>
            <a:r>
              <a:rPr lang="en-GB" smtClean="0"/>
              <a:t>MsgEventCallback</a:t>
            </a:r>
          </a:p>
          <a:p>
            <a:pPr lvl="1">
              <a:lnSpc>
                <a:spcPct val="90000"/>
              </a:lnSpc>
            </a:pPr>
            <a:r>
              <a:rPr lang="en-US" sz="2200" smtClean="0"/>
              <a:t>MSG_EVENT_ACKNOWLEDGED</a:t>
            </a:r>
          </a:p>
          <a:p>
            <a:pPr lvl="1">
              <a:lnSpc>
                <a:spcPct val="90000"/>
              </a:lnSpc>
            </a:pPr>
            <a:r>
              <a:rPr lang="en-US" sz="2200" smtClean="0"/>
              <a:t>MSG_EVENT_TIMEOUT</a:t>
            </a:r>
          </a:p>
          <a:p>
            <a:pPr lvl="1">
              <a:lnSpc>
                <a:spcPct val="90000"/>
              </a:lnSpc>
            </a:pPr>
            <a:r>
              <a:rPr lang="en-US" sz="2200" smtClean="0"/>
              <a:t>MSG_EVENT_HIDDEN</a:t>
            </a:r>
          </a:p>
          <a:p>
            <a:pPr lvl="1">
              <a:lnSpc>
                <a:spcPct val="90000"/>
              </a:lnSpc>
            </a:pPr>
            <a:r>
              <a:rPr lang="en-US" sz="2200" smtClean="0"/>
              <a:t>MSG_EVENT_SHOW</a:t>
            </a:r>
          </a:p>
          <a:p>
            <a:pPr lvl="1">
              <a:lnSpc>
                <a:spcPct val="90000"/>
              </a:lnSpc>
            </a:pPr>
            <a:r>
              <a:rPr lang="en-US" sz="2200" smtClean="0"/>
              <a:t>MSG_EVENT_ACTIVE</a:t>
            </a:r>
          </a:p>
          <a:p>
            <a:pPr lvl="1">
              <a:lnSpc>
                <a:spcPct val="90000"/>
              </a:lnSpc>
            </a:pPr>
            <a:r>
              <a:rPr lang="en-US" sz="2200" smtClean="0"/>
              <a:t>MSG_EVENT_INACTIVE</a:t>
            </a:r>
          </a:p>
          <a:p>
            <a:pPr>
              <a:lnSpc>
                <a:spcPct val="90000"/>
              </a:lnSpc>
            </a:pPr>
            <a:endParaRPr lang="en-US" sz="2000" smtClean="0">
              <a:solidFill>
                <a:srgbClr val="00CC00"/>
              </a:solidFill>
            </a:endParaRPr>
          </a:p>
        </p:txBody>
      </p:sp>
    </p:spTree>
    <p:extLst>
      <p:ext uri="{BB962C8B-B14F-4D97-AF65-F5344CB8AC3E}">
        <p14:creationId xmlns:p14="http://schemas.microsoft.com/office/powerpoint/2010/main" val="940210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smtClean="0"/>
              <a:t>Message Core – Data design</a:t>
            </a:r>
          </a:p>
        </p:txBody>
      </p:sp>
      <p:sp>
        <p:nvSpPr>
          <p:cNvPr id="18435" name="Rectangle 3"/>
          <p:cNvSpPr>
            <a:spLocks noGrp="1" noChangeArrowheads="1"/>
          </p:cNvSpPr>
          <p:nvPr>
            <p:ph type="body" idx="1"/>
          </p:nvPr>
        </p:nvSpPr>
        <p:spPr/>
        <p:txBody>
          <a:bodyPr/>
          <a:lstStyle/>
          <a:p>
            <a:pPr>
              <a:lnSpc>
                <a:spcPct val="90000"/>
              </a:lnSpc>
            </a:pPr>
            <a:r>
              <a:rPr lang="en-US" smtClean="0"/>
              <a:t>Options</a:t>
            </a:r>
          </a:p>
          <a:p>
            <a:pPr lvl="1">
              <a:lnSpc>
                <a:spcPct val="90000"/>
              </a:lnSpc>
            </a:pPr>
            <a:r>
              <a:rPr lang="en-US" sz="2200" smtClean="0"/>
              <a:t>MSG_OPTION_SEQUENCE</a:t>
            </a:r>
          </a:p>
          <a:p>
            <a:pPr lvl="1">
              <a:lnSpc>
                <a:spcPct val="90000"/>
              </a:lnSpc>
            </a:pPr>
            <a:r>
              <a:rPr lang="en-US" sz="2200" smtClean="0"/>
              <a:t>MSG_OPTION_CLEARABLE</a:t>
            </a:r>
          </a:p>
          <a:p>
            <a:pPr lvl="1">
              <a:lnSpc>
                <a:spcPct val="90000"/>
              </a:lnSpc>
            </a:pPr>
            <a:r>
              <a:rPr lang="en-US" sz="2200" smtClean="0"/>
              <a:t>MSG_OPTION_STORE</a:t>
            </a:r>
          </a:p>
          <a:p>
            <a:pPr lvl="1">
              <a:lnSpc>
                <a:spcPct val="90000"/>
              </a:lnSpc>
            </a:pPr>
            <a:r>
              <a:rPr lang="en-US" sz="2200" smtClean="0"/>
              <a:t>MSG_OPTION_CYCLE</a:t>
            </a:r>
          </a:p>
          <a:p>
            <a:pPr lvl="1">
              <a:lnSpc>
                <a:spcPct val="90000"/>
              </a:lnSpc>
            </a:pPr>
            <a:r>
              <a:rPr lang="en-US" sz="2400" smtClean="0"/>
              <a:t>MSG_OPTION_ACK_AFT_MIN_TOUT</a:t>
            </a:r>
          </a:p>
          <a:p>
            <a:pPr lvl="1">
              <a:lnSpc>
                <a:spcPct val="90000"/>
              </a:lnSpc>
            </a:pPr>
            <a:r>
              <a:rPr lang="en-US" sz="2400" smtClean="0"/>
              <a:t>MSG_OPTION_DISP_INDICATIONTIME</a:t>
            </a:r>
          </a:p>
          <a:p>
            <a:pPr lvl="1">
              <a:lnSpc>
                <a:spcPct val="90000"/>
              </a:lnSpc>
            </a:pPr>
            <a:r>
              <a:rPr lang="en-US" sz="2400" smtClean="0"/>
              <a:t>MSG_OPTION_ALLOW_LOW</a:t>
            </a:r>
          </a:p>
          <a:p>
            <a:pPr lvl="1">
              <a:lnSpc>
                <a:spcPct val="90000"/>
              </a:lnSpc>
            </a:pPr>
            <a:r>
              <a:rPr lang="en-US" sz="2400" smtClean="0"/>
              <a:t>MSG_OPTION_OVERRIDE_HIGH</a:t>
            </a:r>
          </a:p>
          <a:p>
            <a:pPr lvl="1">
              <a:lnSpc>
                <a:spcPct val="90000"/>
              </a:lnSpc>
            </a:pPr>
            <a:r>
              <a:rPr lang="en-US" sz="2400" smtClean="0"/>
              <a:t>MSG_OPTION_SEQ_LIFO</a:t>
            </a:r>
          </a:p>
          <a:p>
            <a:pPr lvl="1">
              <a:lnSpc>
                <a:spcPct val="90000"/>
              </a:lnSpc>
            </a:pPr>
            <a:r>
              <a:rPr lang="en-US" sz="2400" smtClean="0"/>
              <a:t>MSG_OPTION_ALLOW_INACTIVE_TO_TIMEOUT</a:t>
            </a:r>
          </a:p>
          <a:p>
            <a:pPr lvl="1">
              <a:lnSpc>
                <a:spcPct val="90000"/>
              </a:lnSpc>
            </a:pPr>
            <a:r>
              <a:rPr lang="en-US" sz="2400" smtClean="0"/>
              <a:t>MSG_OPTION_NEW_MSG_SEQ_Q_TIMEOUT</a:t>
            </a:r>
            <a:endParaRPr lang="en-US" sz="2200" smtClean="0"/>
          </a:p>
          <a:p>
            <a:pPr>
              <a:lnSpc>
                <a:spcPct val="90000"/>
              </a:lnSpc>
            </a:pPr>
            <a:endParaRPr lang="en-US" sz="2000" smtClean="0">
              <a:solidFill>
                <a:srgbClr val="00CC00"/>
              </a:solidFill>
            </a:endParaRPr>
          </a:p>
        </p:txBody>
      </p:sp>
    </p:spTree>
    <p:extLst>
      <p:ext uri="{BB962C8B-B14F-4D97-AF65-F5344CB8AC3E}">
        <p14:creationId xmlns:p14="http://schemas.microsoft.com/office/powerpoint/2010/main" val="1891094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smtClean="0"/>
              <a:t>Message Core – Interfaces</a:t>
            </a:r>
          </a:p>
        </p:txBody>
      </p:sp>
      <p:sp>
        <p:nvSpPr>
          <p:cNvPr id="19459" name="Rectangle 3"/>
          <p:cNvSpPr>
            <a:spLocks noGrp="1" noChangeArrowheads="1"/>
          </p:cNvSpPr>
          <p:nvPr>
            <p:ph type="body" idx="1"/>
          </p:nvPr>
        </p:nvSpPr>
        <p:spPr/>
        <p:txBody>
          <a:bodyPr/>
          <a:lstStyle/>
          <a:p>
            <a:pPr>
              <a:lnSpc>
                <a:spcPct val="90000"/>
              </a:lnSpc>
            </a:pPr>
            <a:r>
              <a:rPr lang="en-GB" b="1" smtClean="0"/>
              <a:t>Application interfaces</a:t>
            </a:r>
          </a:p>
          <a:p>
            <a:pPr lvl="1">
              <a:lnSpc>
                <a:spcPct val="90000"/>
              </a:lnSpc>
            </a:pPr>
            <a:r>
              <a:rPr lang="en-GB" sz="2200" smtClean="0"/>
              <a:t>MSG_GET_IGNITION_STATE()</a:t>
            </a:r>
            <a:r>
              <a:rPr lang="en-US" sz="2200" smtClean="0"/>
              <a:t> –</a:t>
            </a:r>
          </a:p>
          <a:p>
            <a:pPr lvl="2">
              <a:lnSpc>
                <a:spcPct val="90000"/>
              </a:lnSpc>
              <a:buFont typeface="Wingdings" pitchFamily="2" charset="2"/>
              <a:buChar char="§"/>
            </a:pPr>
            <a:r>
              <a:rPr lang="en-GB" smtClean="0"/>
              <a:t>This macro is called to obtain the current ignition (or operating) state.  Assign to an application function that will return each state as a separate bit.</a:t>
            </a:r>
            <a:endParaRPr lang="en-US" altLang="zh-TW" smtClean="0">
              <a:ea typeface="新細明體" pitchFamily="18" charset="-120"/>
            </a:endParaRPr>
          </a:p>
          <a:p>
            <a:pPr>
              <a:lnSpc>
                <a:spcPct val="90000"/>
              </a:lnSpc>
            </a:pPr>
            <a:r>
              <a:rPr lang="en-GB" b="1" smtClean="0"/>
              <a:t>External Interface (called by message core)</a:t>
            </a:r>
            <a:endParaRPr lang="en-US" altLang="zh-TW" b="1" smtClean="0">
              <a:ea typeface="新細明體" pitchFamily="18" charset="-120"/>
            </a:endParaRPr>
          </a:p>
          <a:p>
            <a:pPr lvl="1">
              <a:lnSpc>
                <a:spcPct val="90000"/>
              </a:lnSpc>
            </a:pPr>
            <a:r>
              <a:rPr lang="en-GB" sz="2200" smtClean="0"/>
              <a:t>MSG_DISPLAY_SHOW(msg)</a:t>
            </a:r>
            <a:r>
              <a:rPr lang="en-US" sz="2200" smtClean="0"/>
              <a:t> </a:t>
            </a:r>
          </a:p>
          <a:p>
            <a:pPr lvl="2">
              <a:lnSpc>
                <a:spcPct val="90000"/>
              </a:lnSpc>
              <a:buFont typeface="Wingdings" pitchFamily="2" charset="2"/>
              <a:buChar char="§"/>
            </a:pPr>
            <a:r>
              <a:rPr lang="en-GB" smtClean="0"/>
              <a:t>Called when there is a new message to be shown in “Alert” mode.</a:t>
            </a:r>
          </a:p>
          <a:p>
            <a:pPr lvl="2">
              <a:lnSpc>
                <a:spcPct val="90000"/>
              </a:lnSpc>
              <a:buFont typeface="Wingdings" pitchFamily="2" charset="2"/>
              <a:buChar char="§"/>
            </a:pPr>
            <a:r>
              <a:rPr lang="en-GB" smtClean="0"/>
              <a:t>“msg” is a pointer to a MSG_VIEWINFO_T Structure.</a:t>
            </a:r>
          </a:p>
          <a:p>
            <a:pPr lvl="1">
              <a:lnSpc>
                <a:spcPct val="90000"/>
              </a:lnSpc>
            </a:pPr>
            <a:r>
              <a:rPr lang="en-GB" sz="2200" smtClean="0"/>
              <a:t>MSG_DISPLAY_HIDE(msg)</a:t>
            </a:r>
            <a:r>
              <a:rPr lang="en-US" sz="2200" smtClean="0"/>
              <a:t> </a:t>
            </a:r>
          </a:p>
          <a:p>
            <a:pPr lvl="2">
              <a:lnSpc>
                <a:spcPct val="90000"/>
              </a:lnSpc>
              <a:buFont typeface="Wingdings" pitchFamily="2" charset="2"/>
              <a:buChar char="§"/>
            </a:pPr>
            <a:r>
              <a:rPr lang="en-GB" smtClean="0"/>
              <a:t>Called when no more messages are required in “Alert” mode.</a:t>
            </a:r>
          </a:p>
          <a:p>
            <a:pPr lvl="2">
              <a:lnSpc>
                <a:spcPct val="90000"/>
              </a:lnSpc>
              <a:buFont typeface="Wingdings" pitchFamily="2" charset="2"/>
              <a:buChar char="§"/>
            </a:pPr>
            <a:r>
              <a:rPr lang="en-GB" smtClean="0"/>
              <a:t>“msg” is the ID of the message being hidden.</a:t>
            </a:r>
            <a:r>
              <a:rPr lang="en-US" smtClean="0"/>
              <a:t> </a:t>
            </a:r>
          </a:p>
          <a:p>
            <a:pPr>
              <a:lnSpc>
                <a:spcPct val="90000"/>
              </a:lnSpc>
            </a:pPr>
            <a:endParaRPr lang="en-US" sz="2000" b="1" smtClean="0"/>
          </a:p>
        </p:txBody>
      </p:sp>
    </p:spTree>
    <p:extLst>
      <p:ext uri="{BB962C8B-B14F-4D97-AF65-F5344CB8AC3E}">
        <p14:creationId xmlns:p14="http://schemas.microsoft.com/office/powerpoint/2010/main" val="1827500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dirty="0" smtClean="0"/>
              <a:t>Documents</a:t>
            </a:r>
          </a:p>
        </p:txBody>
      </p:sp>
      <p:sp>
        <p:nvSpPr>
          <p:cNvPr id="19459" name="Rectangle 3"/>
          <p:cNvSpPr>
            <a:spLocks noGrp="1" noChangeArrowheads="1"/>
          </p:cNvSpPr>
          <p:nvPr>
            <p:ph type="body" idx="1"/>
          </p:nvPr>
        </p:nvSpPr>
        <p:spPr/>
        <p:txBody>
          <a:bodyPr/>
          <a:lstStyle/>
          <a:p>
            <a:pPr>
              <a:lnSpc>
                <a:spcPct val="90000"/>
              </a:lnSpc>
            </a:pPr>
            <a:r>
              <a:rPr lang="en-US" sz="2000" b="1" dirty="0" smtClean="0"/>
              <a:t>Ui.core.iceapple.doc\message.core.01\design\</a:t>
            </a:r>
          </a:p>
          <a:p>
            <a:pPr>
              <a:lnSpc>
                <a:spcPct val="90000"/>
              </a:lnSpc>
            </a:pPr>
            <a:r>
              <a:rPr lang="en-US" sz="2000" b="1" dirty="0" smtClean="0"/>
              <a:t>Ui.core.iceapple.doc\popup.core.02\design\</a:t>
            </a:r>
          </a:p>
          <a:p>
            <a:pPr>
              <a:lnSpc>
                <a:spcPct val="90000"/>
              </a:lnSpc>
            </a:pPr>
            <a:r>
              <a:rPr lang="en-US" sz="2000" b="1" dirty="0" smtClean="0"/>
              <a:t>Ui.core.iceapple.doc\</a:t>
            </a:r>
            <a:r>
              <a:rPr lang="en-US" sz="2000" b="1" dirty="0" err="1" smtClean="0"/>
              <a:t>core.release</a:t>
            </a:r>
            <a:r>
              <a:rPr lang="en-US" sz="2000" b="1" dirty="0" smtClean="0"/>
              <a:t>\</a:t>
            </a:r>
            <a:r>
              <a:rPr lang="en-US" sz="2000" b="1" dirty="0" err="1" smtClean="0"/>
              <a:t>training.docs</a:t>
            </a:r>
            <a:r>
              <a:rPr lang="en-US" sz="2000" b="1" smtClean="0"/>
              <a:t>\</a:t>
            </a:r>
            <a:endParaRPr lang="en-US" sz="2000" b="1" dirty="0"/>
          </a:p>
          <a:p>
            <a:pPr>
              <a:lnSpc>
                <a:spcPct val="90000"/>
              </a:lnSpc>
            </a:pPr>
            <a:endParaRPr lang="en-US" sz="2000" b="1" dirty="0" smtClean="0"/>
          </a:p>
          <a:p>
            <a:pPr>
              <a:lnSpc>
                <a:spcPct val="90000"/>
              </a:lnSpc>
            </a:pPr>
            <a:endParaRPr lang="en-US" sz="2000" b="1" dirty="0" smtClean="0"/>
          </a:p>
          <a:p>
            <a:pPr>
              <a:lnSpc>
                <a:spcPct val="90000"/>
              </a:lnSpc>
            </a:pPr>
            <a:endParaRPr lang="en-US" sz="2000" b="1" dirty="0" smtClean="0"/>
          </a:p>
        </p:txBody>
      </p:sp>
    </p:spTree>
    <p:extLst>
      <p:ext uri="{BB962C8B-B14F-4D97-AF65-F5344CB8AC3E}">
        <p14:creationId xmlns:p14="http://schemas.microsoft.com/office/powerpoint/2010/main" val="3390724005"/>
      </p:ext>
    </p:extLst>
  </p:cSld>
  <p:clrMapOvr>
    <a:masterClrMapping/>
  </p:clrMapOvr>
</p:sld>
</file>

<file path=ppt/theme/theme1.xml><?xml version="1.0" encoding="utf-8"?>
<a:theme xmlns:a="http://schemas.openxmlformats.org/drawingml/2006/main" name="VisteonCleanTemplate_3-12-1">
  <a:themeElements>
    <a:clrScheme name="VisteonCleanTemplate_3-12-1 1">
      <a:dk1>
        <a:srgbClr val="000000"/>
      </a:dk1>
      <a:lt1>
        <a:srgbClr val="FFFFFF"/>
      </a:lt1>
      <a:dk2>
        <a:srgbClr val="000000"/>
      </a:dk2>
      <a:lt2>
        <a:srgbClr val="969696"/>
      </a:lt2>
      <a:accent1>
        <a:srgbClr val="EAEAEA"/>
      </a:accent1>
      <a:accent2>
        <a:srgbClr val="C0C0C0"/>
      </a:accent2>
      <a:accent3>
        <a:srgbClr val="FFFFFF"/>
      </a:accent3>
      <a:accent4>
        <a:srgbClr val="000000"/>
      </a:accent4>
      <a:accent5>
        <a:srgbClr val="F3F3F3"/>
      </a:accent5>
      <a:accent6>
        <a:srgbClr val="AEAEAE"/>
      </a:accent6>
      <a:hlink>
        <a:srgbClr val="4D4D4D"/>
      </a:hlink>
      <a:folHlink>
        <a:srgbClr val="F3901D"/>
      </a:folHlink>
    </a:clrScheme>
    <a:fontScheme name="VisteonCleanTemplate_3-12-1">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009999"/>
            </a:gs>
            <a:gs pos="100000">
              <a:srgbClr val="FFFFFF"/>
            </a:gs>
          </a:gsLst>
          <a:lin ang="5400000" scaled="1"/>
        </a:gra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Narrow" pitchFamily="34" charset="0"/>
            <a:cs typeface="Arial" pitchFamily="34" charset="0"/>
          </a:defRPr>
        </a:defPPr>
      </a:lstStyle>
    </a:spDef>
    <a:lnDef>
      <a:spPr bwMode="auto">
        <a:xfrm>
          <a:off x="0" y="0"/>
          <a:ext cx="1" cy="1"/>
        </a:xfrm>
        <a:custGeom>
          <a:avLst/>
          <a:gdLst/>
          <a:ahLst/>
          <a:cxnLst/>
          <a:rect l="0" t="0" r="0" b="0"/>
          <a:pathLst/>
        </a:custGeom>
        <a:gradFill rotWithShape="1">
          <a:gsLst>
            <a:gs pos="0">
              <a:srgbClr val="009999"/>
            </a:gs>
            <a:gs pos="100000">
              <a:srgbClr val="FFFFFF"/>
            </a:gs>
          </a:gsLst>
          <a:lin ang="5400000" scaled="1"/>
        </a:gra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Narrow" pitchFamily="34" charset="0"/>
            <a:cs typeface="Arial" pitchFamily="34" charset="0"/>
          </a:defRPr>
        </a:defPPr>
      </a:lstStyle>
    </a:lnDef>
  </a:objectDefaults>
  <a:extraClrSchemeLst>
    <a:extraClrScheme>
      <a:clrScheme name="VisteonCleanTemplate_3-12-1 1">
        <a:dk1>
          <a:srgbClr val="000000"/>
        </a:dk1>
        <a:lt1>
          <a:srgbClr val="FFFFFF"/>
        </a:lt1>
        <a:dk2>
          <a:srgbClr val="000000"/>
        </a:dk2>
        <a:lt2>
          <a:srgbClr val="969696"/>
        </a:lt2>
        <a:accent1>
          <a:srgbClr val="EAEAEA"/>
        </a:accent1>
        <a:accent2>
          <a:srgbClr val="C0C0C0"/>
        </a:accent2>
        <a:accent3>
          <a:srgbClr val="FFFFFF"/>
        </a:accent3>
        <a:accent4>
          <a:srgbClr val="000000"/>
        </a:accent4>
        <a:accent5>
          <a:srgbClr val="F3F3F3"/>
        </a:accent5>
        <a:accent6>
          <a:srgbClr val="AEAEAE"/>
        </a:accent6>
        <a:hlink>
          <a:srgbClr val="4D4D4D"/>
        </a:hlink>
        <a:folHlink>
          <a:srgbClr val="F3901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VC Template">
  <a:themeElements>
    <a:clrScheme name="VC Template 1">
      <a:dk1>
        <a:srgbClr val="000000"/>
      </a:dk1>
      <a:lt1>
        <a:srgbClr val="FFFFFF"/>
      </a:lt1>
      <a:dk2>
        <a:srgbClr val="0069AA"/>
      </a:dk2>
      <a:lt2>
        <a:srgbClr val="333333"/>
      </a:lt2>
      <a:accent1>
        <a:srgbClr val="F3901D"/>
      </a:accent1>
      <a:accent2>
        <a:srgbClr val="78A22F"/>
      </a:accent2>
      <a:accent3>
        <a:srgbClr val="FFFFFF"/>
      </a:accent3>
      <a:accent4>
        <a:srgbClr val="000000"/>
      </a:accent4>
      <a:accent5>
        <a:srgbClr val="F8C6AB"/>
      </a:accent5>
      <a:accent6>
        <a:srgbClr val="6C922A"/>
      </a:accent6>
      <a:hlink>
        <a:srgbClr val="6C217F"/>
      </a:hlink>
      <a:folHlink>
        <a:srgbClr val="FFC425"/>
      </a:folHlink>
    </a:clrScheme>
    <a:fontScheme name="VC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lnDef>
  </a:objectDefaults>
  <a:extraClrSchemeLst>
    <a:extraClrScheme>
      <a:clrScheme name="VC Template 1">
        <a:dk1>
          <a:srgbClr val="000000"/>
        </a:dk1>
        <a:lt1>
          <a:srgbClr val="FFFFFF"/>
        </a:lt1>
        <a:dk2>
          <a:srgbClr val="0069AA"/>
        </a:dk2>
        <a:lt2>
          <a:srgbClr val="333333"/>
        </a:lt2>
        <a:accent1>
          <a:srgbClr val="F3901D"/>
        </a:accent1>
        <a:accent2>
          <a:srgbClr val="78A22F"/>
        </a:accent2>
        <a:accent3>
          <a:srgbClr val="FFFFFF"/>
        </a:accent3>
        <a:accent4>
          <a:srgbClr val="000000"/>
        </a:accent4>
        <a:accent5>
          <a:srgbClr val="F8C6AB"/>
        </a:accent5>
        <a:accent6>
          <a:srgbClr val="6C922A"/>
        </a:accent6>
        <a:hlink>
          <a:srgbClr val="6C217F"/>
        </a:hlink>
        <a:folHlink>
          <a:srgbClr val="FFC425"/>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VC Template">
  <a:themeElements>
    <a:clrScheme name="VC Template 1">
      <a:dk1>
        <a:srgbClr val="000000"/>
      </a:dk1>
      <a:lt1>
        <a:srgbClr val="FFFFFF"/>
      </a:lt1>
      <a:dk2>
        <a:srgbClr val="0069AA"/>
      </a:dk2>
      <a:lt2>
        <a:srgbClr val="333333"/>
      </a:lt2>
      <a:accent1>
        <a:srgbClr val="F3901D"/>
      </a:accent1>
      <a:accent2>
        <a:srgbClr val="78A22F"/>
      </a:accent2>
      <a:accent3>
        <a:srgbClr val="FFFFFF"/>
      </a:accent3>
      <a:accent4>
        <a:srgbClr val="000000"/>
      </a:accent4>
      <a:accent5>
        <a:srgbClr val="F8C6AB"/>
      </a:accent5>
      <a:accent6>
        <a:srgbClr val="6C922A"/>
      </a:accent6>
      <a:hlink>
        <a:srgbClr val="6C217F"/>
      </a:hlink>
      <a:folHlink>
        <a:srgbClr val="FFC425"/>
      </a:folHlink>
    </a:clrScheme>
    <a:fontScheme name="VC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lnDef>
  </a:objectDefaults>
  <a:extraClrSchemeLst>
    <a:extraClrScheme>
      <a:clrScheme name="VC Template 1">
        <a:dk1>
          <a:srgbClr val="000000"/>
        </a:dk1>
        <a:lt1>
          <a:srgbClr val="FFFFFF"/>
        </a:lt1>
        <a:dk2>
          <a:srgbClr val="0069AA"/>
        </a:dk2>
        <a:lt2>
          <a:srgbClr val="333333"/>
        </a:lt2>
        <a:accent1>
          <a:srgbClr val="F3901D"/>
        </a:accent1>
        <a:accent2>
          <a:srgbClr val="78A22F"/>
        </a:accent2>
        <a:accent3>
          <a:srgbClr val="FFFFFF"/>
        </a:accent3>
        <a:accent4>
          <a:srgbClr val="000000"/>
        </a:accent4>
        <a:accent5>
          <a:srgbClr val="F8C6AB"/>
        </a:accent5>
        <a:accent6>
          <a:srgbClr val="6C922A"/>
        </a:accent6>
        <a:hlink>
          <a:srgbClr val="6C217F"/>
        </a:hlink>
        <a:folHlink>
          <a:srgbClr val="FFC425"/>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VC Template">
  <a:themeElements>
    <a:clrScheme name="VC Template 1">
      <a:dk1>
        <a:srgbClr val="000000"/>
      </a:dk1>
      <a:lt1>
        <a:srgbClr val="FFFFFF"/>
      </a:lt1>
      <a:dk2>
        <a:srgbClr val="0069AA"/>
      </a:dk2>
      <a:lt2>
        <a:srgbClr val="333333"/>
      </a:lt2>
      <a:accent1>
        <a:srgbClr val="F3901D"/>
      </a:accent1>
      <a:accent2>
        <a:srgbClr val="78A22F"/>
      </a:accent2>
      <a:accent3>
        <a:srgbClr val="FFFFFF"/>
      </a:accent3>
      <a:accent4>
        <a:srgbClr val="000000"/>
      </a:accent4>
      <a:accent5>
        <a:srgbClr val="F8C6AB"/>
      </a:accent5>
      <a:accent6>
        <a:srgbClr val="6C922A"/>
      </a:accent6>
      <a:hlink>
        <a:srgbClr val="6C217F"/>
      </a:hlink>
      <a:folHlink>
        <a:srgbClr val="FFC425"/>
      </a:folHlink>
    </a:clrScheme>
    <a:fontScheme name="VC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lnDef>
  </a:objectDefaults>
  <a:extraClrSchemeLst>
    <a:extraClrScheme>
      <a:clrScheme name="VC Template 1">
        <a:dk1>
          <a:srgbClr val="000000"/>
        </a:dk1>
        <a:lt1>
          <a:srgbClr val="FFFFFF"/>
        </a:lt1>
        <a:dk2>
          <a:srgbClr val="0069AA"/>
        </a:dk2>
        <a:lt2>
          <a:srgbClr val="333333"/>
        </a:lt2>
        <a:accent1>
          <a:srgbClr val="F3901D"/>
        </a:accent1>
        <a:accent2>
          <a:srgbClr val="78A22F"/>
        </a:accent2>
        <a:accent3>
          <a:srgbClr val="FFFFFF"/>
        </a:accent3>
        <a:accent4>
          <a:srgbClr val="000000"/>
        </a:accent4>
        <a:accent5>
          <a:srgbClr val="F8C6AB"/>
        </a:accent5>
        <a:accent6>
          <a:srgbClr val="6C922A"/>
        </a:accent6>
        <a:hlink>
          <a:srgbClr val="6C217F"/>
        </a:hlink>
        <a:folHlink>
          <a:srgbClr val="FFC425"/>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429</TotalTime>
  <Words>388</Words>
  <Application>Microsoft Office PowerPoint</Application>
  <PresentationFormat>On-screen Show (4:3)</PresentationFormat>
  <Paragraphs>67</Paragraphs>
  <Slides>11</Slides>
  <Notes>1</Notes>
  <HiddenSlides>0</HiddenSlides>
  <MMClips>0</MMClips>
  <ScaleCrop>false</ScaleCrop>
  <HeadingPairs>
    <vt:vector size="4" baseType="variant">
      <vt:variant>
        <vt:lpstr>Theme</vt:lpstr>
      </vt:variant>
      <vt:variant>
        <vt:i4>4</vt:i4>
      </vt:variant>
      <vt:variant>
        <vt:lpstr>Slide Titles</vt:lpstr>
      </vt:variant>
      <vt:variant>
        <vt:i4>11</vt:i4>
      </vt:variant>
    </vt:vector>
  </HeadingPairs>
  <TitlesOfParts>
    <vt:vector size="15" baseType="lpstr">
      <vt:lpstr>VisteonCleanTemplate_3-12-1</vt:lpstr>
      <vt:lpstr>VC Template</vt:lpstr>
      <vt:lpstr>1_VC Template</vt:lpstr>
      <vt:lpstr>2_VC Template</vt:lpstr>
      <vt:lpstr>ui.iceapple Message Core </vt:lpstr>
      <vt:lpstr>Agenda</vt:lpstr>
      <vt:lpstr>Overview of Message Core </vt:lpstr>
      <vt:lpstr>Features of Message Core </vt:lpstr>
      <vt:lpstr>Message core Context with IceApple</vt:lpstr>
      <vt:lpstr>Message Core – Data design</vt:lpstr>
      <vt:lpstr>Message Core – Data design</vt:lpstr>
      <vt:lpstr>Message Core – Data design</vt:lpstr>
      <vt:lpstr>Message Core – Data design</vt:lpstr>
      <vt:lpstr>Message Core – Interfaces</vt:lpstr>
      <vt:lpstr>Documents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Devi, Aruna (A.)</dc:creator>
  <cp:lastModifiedBy>Devi, Aruna (A.)</cp:lastModifiedBy>
  <cp:revision>36</cp:revision>
  <dcterms:created xsi:type="dcterms:W3CDTF">2015-03-24T11:00:58Z</dcterms:created>
  <dcterms:modified xsi:type="dcterms:W3CDTF">2015-03-25T09:43:31Z</dcterms:modified>
</cp:coreProperties>
</file>