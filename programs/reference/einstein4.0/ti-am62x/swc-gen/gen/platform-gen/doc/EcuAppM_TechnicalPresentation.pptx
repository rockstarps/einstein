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60" r:id="rId4"/>
    <p:sldMasterId id="2147483678" r:id="rId5"/>
  </p:sldMasterIdLst>
  <p:notesMasterIdLst>
    <p:notesMasterId r:id="rId25"/>
  </p:notesMasterIdLst>
  <p:sldIdLst>
    <p:sldId id="2147478450" r:id="rId6"/>
    <p:sldId id="2147478495" r:id="rId7"/>
    <p:sldId id="2147478494" r:id="rId8"/>
    <p:sldId id="2147478496" r:id="rId9"/>
    <p:sldId id="2147478497" r:id="rId10"/>
    <p:sldId id="2147478505" r:id="rId11"/>
    <p:sldId id="2147478499" r:id="rId12"/>
    <p:sldId id="2147478500" r:id="rId13"/>
    <p:sldId id="2147478507" r:id="rId14"/>
    <p:sldId id="2147478501" r:id="rId15"/>
    <p:sldId id="2147478502" r:id="rId16"/>
    <p:sldId id="2147478503" r:id="rId17"/>
    <p:sldId id="2147478506" r:id="rId18"/>
    <p:sldId id="2147478504" r:id="rId19"/>
    <p:sldId id="2147478508" r:id="rId20"/>
    <p:sldId id="2147478509" r:id="rId21"/>
    <p:sldId id="2147478511" r:id="rId22"/>
    <p:sldId id="2147478513" r:id="rId23"/>
    <p:sldId id="2147478512" r:id="rId24"/>
  </p:sldIdLst>
  <p:sldSz cx="12192000" cy="6858000"/>
  <p:notesSz cx="7010400" cy="9296400"/>
  <p:custDataLst>
    <p:tags r:id="rId26"/>
  </p:custDataLst>
  <p:defaultTextStyle>
    <a:defPPr>
      <a:defRPr lang="en-US"/>
    </a:defPPr>
    <a:lvl1pPr algn="l" rtl="0" eaLnBrk="0" fontAlgn="base" hangingPunct="0">
      <a:spcBef>
        <a:spcPct val="0"/>
      </a:spcBef>
      <a:spcAft>
        <a:spcPct val="0"/>
      </a:spcAft>
      <a:defRPr kern="1200">
        <a:solidFill>
          <a:schemeClr val="tx1"/>
        </a:solidFill>
        <a:latin typeface="Bahnschrift" panose="020B0502040204020203" pitchFamily="34" charset="0"/>
        <a:ea typeface="+mn-ea"/>
        <a:cs typeface="+mn-cs"/>
      </a:defRPr>
    </a:lvl1pPr>
    <a:lvl2pPr marL="457200" algn="l" rtl="0" eaLnBrk="0" fontAlgn="base" hangingPunct="0">
      <a:spcBef>
        <a:spcPct val="0"/>
      </a:spcBef>
      <a:spcAft>
        <a:spcPct val="0"/>
      </a:spcAft>
      <a:defRPr kern="1200">
        <a:solidFill>
          <a:schemeClr val="tx1"/>
        </a:solidFill>
        <a:latin typeface="Bahnschrift" panose="020B0502040204020203" pitchFamily="34" charset="0"/>
        <a:ea typeface="+mn-ea"/>
        <a:cs typeface="+mn-cs"/>
      </a:defRPr>
    </a:lvl2pPr>
    <a:lvl3pPr marL="914400" algn="l" rtl="0" eaLnBrk="0" fontAlgn="base" hangingPunct="0">
      <a:spcBef>
        <a:spcPct val="0"/>
      </a:spcBef>
      <a:spcAft>
        <a:spcPct val="0"/>
      </a:spcAft>
      <a:defRPr kern="1200">
        <a:solidFill>
          <a:schemeClr val="tx1"/>
        </a:solidFill>
        <a:latin typeface="Bahnschrift" panose="020B0502040204020203" pitchFamily="34" charset="0"/>
        <a:ea typeface="+mn-ea"/>
        <a:cs typeface="+mn-cs"/>
      </a:defRPr>
    </a:lvl3pPr>
    <a:lvl4pPr marL="1371600" algn="l" rtl="0" eaLnBrk="0" fontAlgn="base" hangingPunct="0">
      <a:spcBef>
        <a:spcPct val="0"/>
      </a:spcBef>
      <a:spcAft>
        <a:spcPct val="0"/>
      </a:spcAft>
      <a:defRPr kern="1200">
        <a:solidFill>
          <a:schemeClr val="tx1"/>
        </a:solidFill>
        <a:latin typeface="Bahnschrift" panose="020B0502040204020203" pitchFamily="34" charset="0"/>
        <a:ea typeface="+mn-ea"/>
        <a:cs typeface="+mn-cs"/>
      </a:defRPr>
    </a:lvl4pPr>
    <a:lvl5pPr marL="1828800" algn="l" rtl="0" eaLnBrk="0" fontAlgn="base" hangingPunct="0">
      <a:spcBef>
        <a:spcPct val="0"/>
      </a:spcBef>
      <a:spcAft>
        <a:spcPct val="0"/>
      </a:spcAft>
      <a:defRPr kern="1200">
        <a:solidFill>
          <a:schemeClr val="tx1"/>
        </a:solidFill>
        <a:latin typeface="Bahnschrift" panose="020B0502040204020203" pitchFamily="34" charset="0"/>
        <a:ea typeface="+mn-ea"/>
        <a:cs typeface="+mn-cs"/>
      </a:defRPr>
    </a:lvl5pPr>
    <a:lvl6pPr marL="2286000" algn="l" defTabSz="914400" rtl="0" eaLnBrk="1" latinLnBrk="0" hangingPunct="1">
      <a:defRPr kern="1200">
        <a:solidFill>
          <a:schemeClr val="tx1"/>
        </a:solidFill>
        <a:latin typeface="Bahnschrift" panose="020B0502040204020203" pitchFamily="34" charset="0"/>
        <a:ea typeface="+mn-ea"/>
        <a:cs typeface="+mn-cs"/>
      </a:defRPr>
    </a:lvl6pPr>
    <a:lvl7pPr marL="2743200" algn="l" defTabSz="914400" rtl="0" eaLnBrk="1" latinLnBrk="0" hangingPunct="1">
      <a:defRPr kern="1200">
        <a:solidFill>
          <a:schemeClr val="tx1"/>
        </a:solidFill>
        <a:latin typeface="Bahnschrift" panose="020B0502040204020203" pitchFamily="34" charset="0"/>
        <a:ea typeface="+mn-ea"/>
        <a:cs typeface="+mn-cs"/>
      </a:defRPr>
    </a:lvl7pPr>
    <a:lvl8pPr marL="3200400" algn="l" defTabSz="914400" rtl="0" eaLnBrk="1" latinLnBrk="0" hangingPunct="1">
      <a:defRPr kern="1200">
        <a:solidFill>
          <a:schemeClr val="tx1"/>
        </a:solidFill>
        <a:latin typeface="Bahnschrift" panose="020B0502040204020203" pitchFamily="34" charset="0"/>
        <a:ea typeface="+mn-ea"/>
        <a:cs typeface="+mn-cs"/>
      </a:defRPr>
    </a:lvl8pPr>
    <a:lvl9pPr marL="3657600" algn="l" defTabSz="914400" rtl="0" eaLnBrk="1" latinLnBrk="0" hangingPunct="1">
      <a:defRPr kern="1200">
        <a:solidFill>
          <a:schemeClr val="tx1"/>
        </a:solidFill>
        <a:latin typeface="Bahnschrift" panose="020B0502040204020203" pitchFamily="34" charset="0"/>
        <a:ea typeface="+mn-ea"/>
        <a:cs typeface="+mn-cs"/>
      </a:defRPr>
    </a:lvl9pPr>
  </p:defaultTextStyle>
  <p:extLst>
    <p:ext uri="{EFAFB233-063F-42B5-8137-9DF3F51BA10A}">
      <p15:sldGuideLst xmlns:p15="http://schemas.microsoft.com/office/powerpoint/2012/main">
        <p15:guide id="1" orient="horz" pos="120">
          <p15:clr>
            <a:srgbClr val="A4A3A4"/>
          </p15:clr>
        </p15:guide>
        <p15:guide id="2" pos="3840">
          <p15:clr>
            <a:srgbClr val="A4A3A4"/>
          </p15:clr>
        </p15:guide>
        <p15:guide id="3" orient="horz" pos="1008">
          <p15:clr>
            <a:srgbClr val="A4A3A4"/>
          </p15:clr>
        </p15:guide>
        <p15:guide id="4" orient="horz" pos="4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A875"/>
    <a:srgbClr val="2684AD"/>
    <a:srgbClr val="062458"/>
    <a:srgbClr val="FF6600"/>
    <a:srgbClr val="0C3D60"/>
    <a:srgbClr val="2996E4"/>
    <a:srgbClr val="33626E"/>
    <a:srgbClr val="214C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5FA110-B0B6-438D-A84F-E4A2792D1C2B}" v="2242" dt="2023-08-24T07:38:33.0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846" autoAdjust="0"/>
    <p:restoredTop sz="58637" autoAdjust="0"/>
  </p:normalViewPr>
  <p:slideViewPr>
    <p:cSldViewPr snapToGrid="0">
      <p:cViewPr varScale="1">
        <p:scale>
          <a:sx n="99" d="100"/>
          <a:sy n="99" d="100"/>
        </p:scale>
        <p:origin x="269" y="82"/>
      </p:cViewPr>
      <p:guideLst>
        <p:guide orient="horz" pos="120"/>
        <p:guide pos="3840"/>
        <p:guide orient="horz" pos="1008"/>
        <p:guide orient="horz" pos="432"/>
      </p:guideLst>
    </p:cSldViewPr>
  </p:slideViewPr>
  <p:notesTextViewPr>
    <p:cViewPr>
      <p:scale>
        <a:sx n="125" d="100"/>
        <a:sy n="125" d="100"/>
      </p:scale>
      <p:origin x="0" y="0"/>
    </p:cViewPr>
  </p:notesTextViewPr>
  <p:sorterViewPr>
    <p:cViewPr varScale="1">
      <p:scale>
        <a:sx n="1" d="1"/>
        <a:sy n="1" d="1"/>
      </p:scale>
      <p:origin x="0" y="-1145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4C4A12-4BCD-A6AA-7588-AE97F8CD7869}"/>
              </a:ext>
            </a:extLst>
          </p:cNvPr>
          <p:cNvSpPr>
            <a:spLocks noGrp="1"/>
          </p:cNvSpPr>
          <p:nvPr>
            <p:ph type="hdr" sz="quarter"/>
          </p:nvPr>
        </p:nvSpPr>
        <p:spPr>
          <a:xfrm>
            <a:off x="0" y="0"/>
            <a:ext cx="3038475" cy="466725"/>
          </a:xfrm>
          <a:prstGeom prst="rect">
            <a:avLst/>
          </a:prstGeom>
        </p:spPr>
        <p:txBody>
          <a:bodyPr vert="horz" lIns="93177" tIns="46589" rIns="93177" bIns="46589"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1730AD86-F778-F968-23A1-AEB4DD8B4CB5}"/>
              </a:ext>
            </a:extLst>
          </p:cNvPr>
          <p:cNvSpPr>
            <a:spLocks noGrp="1"/>
          </p:cNvSpPr>
          <p:nvPr>
            <p:ph type="dt" idx="1"/>
          </p:nvPr>
        </p:nvSpPr>
        <p:spPr>
          <a:xfrm>
            <a:off x="3970338" y="0"/>
            <a:ext cx="3038475" cy="466725"/>
          </a:xfrm>
          <a:prstGeom prst="rect">
            <a:avLst/>
          </a:prstGeom>
        </p:spPr>
        <p:txBody>
          <a:bodyPr vert="horz" lIns="93177" tIns="46589" rIns="93177" bIns="46589" rtlCol="0"/>
          <a:lstStyle>
            <a:lvl1pPr algn="r" eaLnBrk="1" fontAlgn="auto" hangingPunct="1">
              <a:spcBef>
                <a:spcPts val="0"/>
              </a:spcBef>
              <a:spcAft>
                <a:spcPts val="0"/>
              </a:spcAft>
              <a:defRPr sz="1200">
                <a:latin typeface="+mn-lt"/>
              </a:defRPr>
            </a:lvl1pPr>
          </a:lstStyle>
          <a:p>
            <a:pPr>
              <a:defRPr/>
            </a:pPr>
            <a:fld id="{4257B9E5-54A8-4F5C-A8ED-1A0F51665C21}" type="datetimeFigureOut">
              <a:rPr lang="en-US"/>
              <a:pPr>
                <a:defRPr/>
              </a:pPr>
              <a:t>8/29/2023</a:t>
            </a:fld>
            <a:endParaRPr lang="en-US"/>
          </a:p>
        </p:txBody>
      </p:sp>
      <p:sp>
        <p:nvSpPr>
          <p:cNvPr id="4" name="Slide Image Placeholder 3">
            <a:extLst>
              <a:ext uri="{FF2B5EF4-FFF2-40B4-BE49-F238E27FC236}">
                <a16:creationId xmlns:a16="http://schemas.microsoft.com/office/drawing/2014/main" id="{FDF2530A-232B-BB53-4CF4-2AEA7D85FE45}"/>
              </a:ext>
            </a:extLst>
          </p:cNvPr>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pPr lvl="0"/>
            <a:endParaRPr lang="en-US" noProof="0"/>
          </a:p>
        </p:txBody>
      </p:sp>
      <p:sp>
        <p:nvSpPr>
          <p:cNvPr id="5" name="Notes Placeholder 4">
            <a:extLst>
              <a:ext uri="{FF2B5EF4-FFF2-40B4-BE49-F238E27FC236}">
                <a16:creationId xmlns:a16="http://schemas.microsoft.com/office/drawing/2014/main" id="{4A249A3F-C7F1-05A9-8EC1-270D5C7E0146}"/>
              </a:ext>
            </a:extLst>
          </p:cNvPr>
          <p:cNvSpPr>
            <a:spLocks noGrp="1"/>
          </p:cNvSpPr>
          <p:nvPr>
            <p:ph type="body" sz="quarter" idx="3"/>
          </p:nvPr>
        </p:nvSpPr>
        <p:spPr>
          <a:xfrm>
            <a:off x="701675" y="4473575"/>
            <a:ext cx="5607050" cy="3660775"/>
          </a:xfrm>
          <a:prstGeom prst="rect">
            <a:avLst/>
          </a:prstGeom>
        </p:spPr>
        <p:txBody>
          <a:bodyPr vert="horz" lIns="93177" tIns="46589" rIns="93177" bIns="46589"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212D2F0F-9E48-E5B0-AC5F-CE07E2156965}"/>
              </a:ext>
            </a:extLst>
          </p:cNvPr>
          <p:cNvSpPr>
            <a:spLocks noGrp="1"/>
          </p:cNvSpPr>
          <p:nvPr>
            <p:ph type="ftr" sz="quarter" idx="4"/>
          </p:nvPr>
        </p:nvSpPr>
        <p:spPr>
          <a:xfrm>
            <a:off x="0" y="8829675"/>
            <a:ext cx="3038475" cy="466725"/>
          </a:xfrm>
          <a:prstGeom prst="rect">
            <a:avLst/>
          </a:prstGeom>
        </p:spPr>
        <p:txBody>
          <a:bodyPr vert="horz" lIns="93177" tIns="46589" rIns="93177" bIns="46589"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a:extLst>
              <a:ext uri="{FF2B5EF4-FFF2-40B4-BE49-F238E27FC236}">
                <a16:creationId xmlns:a16="http://schemas.microsoft.com/office/drawing/2014/main" id="{AF1ADAAA-3AC8-622E-23E0-06582EF3DE24}"/>
              </a:ext>
            </a:extLst>
          </p:cNvPr>
          <p:cNvSpPr>
            <a:spLocks noGrp="1"/>
          </p:cNvSpPr>
          <p:nvPr>
            <p:ph type="sldNum" sz="quarter" idx="5"/>
          </p:nvPr>
        </p:nvSpPr>
        <p:spPr>
          <a:xfrm>
            <a:off x="3970338" y="8829675"/>
            <a:ext cx="3038475" cy="466725"/>
          </a:xfrm>
          <a:prstGeom prst="rect">
            <a:avLst/>
          </a:prstGeom>
        </p:spPr>
        <p:txBody>
          <a:bodyPr vert="horz" lIns="93177" tIns="46589" rIns="93177" bIns="46589" rtlCol="0" anchor="b"/>
          <a:lstStyle>
            <a:lvl1pPr algn="r" eaLnBrk="1" fontAlgn="auto" hangingPunct="1">
              <a:spcBef>
                <a:spcPts val="0"/>
              </a:spcBef>
              <a:spcAft>
                <a:spcPts val="0"/>
              </a:spcAft>
              <a:defRPr sz="1200">
                <a:latin typeface="+mn-lt"/>
              </a:defRPr>
            </a:lvl1pPr>
          </a:lstStyle>
          <a:p>
            <a:pPr>
              <a:defRPr/>
            </a:pPr>
            <a:fld id="{D7ED51C2-9789-4EF7-8C2A-D42BFAB2FA81}"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A picture containing diagram&#10;&#10;Description automatically generated">
            <a:extLst>
              <a:ext uri="{FF2B5EF4-FFF2-40B4-BE49-F238E27FC236}">
                <a16:creationId xmlns:a16="http://schemas.microsoft.com/office/drawing/2014/main" id="{57501D5D-CE9C-ECEC-575F-0FE4ABAB2C5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80975" y="0"/>
            <a:ext cx="1243488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5">
            <a:extLst>
              <a:ext uri="{FF2B5EF4-FFF2-40B4-BE49-F238E27FC236}">
                <a16:creationId xmlns:a16="http://schemas.microsoft.com/office/drawing/2014/main" id="{069D1D40-1A8E-781E-3D1A-539AB6175BCB}"/>
              </a:ext>
            </a:extLst>
          </p:cNvPr>
          <p:cNvSpPr>
            <a:spLocks noGrp="1"/>
          </p:cNvSpPr>
          <p:nvPr>
            <p:ph type="sldNum" sz="quarter" idx="10"/>
          </p:nvPr>
        </p:nvSpPr>
        <p:spPr>
          <a:xfrm>
            <a:off x="11469688" y="6492875"/>
            <a:ext cx="722312" cy="365125"/>
          </a:xfrm>
        </p:spPr>
        <p:txBody>
          <a:bodyPr/>
          <a:lstStyle>
            <a:lvl1pPr algn="ctr">
              <a:defRPr/>
            </a:lvl1pPr>
          </a:lstStyle>
          <a:p>
            <a:pPr>
              <a:defRPr/>
            </a:pPr>
            <a:fld id="{FE35EDFB-B25A-48C7-BB76-7BC6EF77FCE3}" type="slidenum">
              <a:rPr lang="en-US"/>
              <a:pPr>
                <a:defRPr/>
              </a:pPr>
              <a:t>‹#›</a:t>
            </a:fld>
            <a:endParaRPr lang="en-US"/>
          </a:p>
        </p:txBody>
      </p:sp>
    </p:spTree>
    <p:extLst>
      <p:ext uri="{BB962C8B-B14F-4D97-AF65-F5344CB8AC3E}">
        <p14:creationId xmlns:p14="http://schemas.microsoft.com/office/powerpoint/2010/main" val="4030533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gradFill rotWithShape="0">
          <a:gsLst>
            <a:gs pos="0">
              <a:srgbClr val="01092E"/>
            </a:gs>
            <a:gs pos="77000">
              <a:srgbClr val="0D4171"/>
            </a:gs>
            <a:gs pos="100000">
              <a:srgbClr val="115B99"/>
            </a:gs>
          </a:gsLst>
          <a:lin ang="0"/>
        </a:gradFill>
        <a:effectLst/>
      </p:bgPr>
    </p:bg>
    <p:spTree>
      <p:nvGrpSpPr>
        <p:cNvPr id="1" name=""/>
        <p:cNvGrpSpPr/>
        <p:nvPr/>
      </p:nvGrpSpPr>
      <p:grpSpPr>
        <a:xfrm>
          <a:off x="0" y="0"/>
          <a:ext cx="0" cy="0"/>
          <a:chOff x="0" y="0"/>
          <a:chExt cx="0" cy="0"/>
        </a:xfrm>
      </p:grpSpPr>
      <p:pic>
        <p:nvPicPr>
          <p:cNvPr id="3" name="Picture 1">
            <a:extLst>
              <a:ext uri="{FF2B5EF4-FFF2-40B4-BE49-F238E27FC236}">
                <a16:creationId xmlns:a16="http://schemas.microsoft.com/office/drawing/2014/main" id="{66430335-A601-A6B2-4BE2-AE79EDD0846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988"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F3BDC546-2E6D-C20D-3F5D-5676C8FB6B88}"/>
              </a:ext>
            </a:extLst>
          </p:cNvPr>
          <p:cNvSpPr/>
          <p:nvPr userDrawn="1"/>
        </p:nvSpPr>
        <p:spPr>
          <a:xfrm rot="10800000">
            <a:off x="0" y="0"/>
            <a:ext cx="12219171" cy="6858000"/>
          </a:xfrm>
          <a:prstGeom prst="rect">
            <a:avLst/>
          </a:prstGeom>
          <a:gradFill>
            <a:gsLst>
              <a:gs pos="77000">
                <a:srgbClr val="0D4171">
                  <a:alpha val="67266"/>
                </a:srgbClr>
              </a:gs>
              <a:gs pos="100000">
                <a:srgbClr val="115B99">
                  <a:alpha val="25000"/>
                </a:srgbClr>
              </a:gs>
              <a:gs pos="0">
                <a:srgbClr val="01092E">
                  <a:alpha val="4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5" name="Picture 7">
            <a:extLst>
              <a:ext uri="{FF2B5EF4-FFF2-40B4-BE49-F238E27FC236}">
                <a16:creationId xmlns:a16="http://schemas.microsoft.com/office/drawing/2014/main" id="{4514A6A2-41B3-ECA2-20DC-B7C1D1560818}"/>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953750" y="376238"/>
            <a:ext cx="914400"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0F3EA374-B178-AD0D-E0D3-78963E85723F}"/>
              </a:ext>
            </a:extLst>
          </p:cNvPr>
          <p:cNvCxnSpPr/>
          <p:nvPr userDrawn="1"/>
        </p:nvCxnSpPr>
        <p:spPr>
          <a:xfrm>
            <a:off x="10934700" y="261938"/>
            <a:ext cx="914400" cy="0"/>
          </a:xfrm>
          <a:prstGeom prst="line">
            <a:avLst/>
          </a:prstGeom>
          <a:ln w="25400" cap="rnd">
            <a:solidFill>
              <a:srgbClr val="F49119"/>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85738" y="203447"/>
            <a:ext cx="10515600" cy="628649"/>
          </a:xfrm>
          <a:prstGeom prst="rect">
            <a:avLst/>
          </a:prstGeom>
        </p:spPr>
        <p:txBody>
          <a:bodyPr/>
          <a:lstStyle>
            <a:lvl1pPr>
              <a:defRPr sz="3600">
                <a:solidFill>
                  <a:schemeClr val="bg1"/>
                </a:solidFill>
                <a:latin typeface="Bahnschrift" panose="020B0502040204020203" pitchFamily="34" charset="0"/>
              </a:defRPr>
            </a:lvl1pPr>
          </a:lstStyle>
          <a:p>
            <a:r>
              <a:rPr lang="en-US"/>
              <a:t>Click to edit Master title style</a:t>
            </a:r>
            <a:endParaRPr lang="en-US" dirty="0"/>
          </a:p>
        </p:txBody>
      </p:sp>
      <p:sp>
        <p:nvSpPr>
          <p:cNvPr id="7" name="Footer Placeholder 4">
            <a:extLst>
              <a:ext uri="{FF2B5EF4-FFF2-40B4-BE49-F238E27FC236}">
                <a16:creationId xmlns:a16="http://schemas.microsoft.com/office/drawing/2014/main" id="{8C7B1092-BC6C-17EA-9571-E6664AFDC140}"/>
              </a:ext>
            </a:extLst>
          </p:cNvPr>
          <p:cNvSpPr>
            <a:spLocks noGrp="1"/>
          </p:cNvSpPr>
          <p:nvPr>
            <p:ph type="ftr" sz="quarter" idx="10"/>
          </p:nvPr>
        </p:nvSpPr>
        <p:spPr>
          <a:xfrm>
            <a:off x="0" y="6492875"/>
            <a:ext cx="4114800" cy="365125"/>
          </a:xfrm>
        </p:spPr>
        <p:txBody>
          <a:bodyPr/>
          <a:lstStyle>
            <a:lvl1pPr algn="l">
              <a:defRPr/>
            </a:lvl1pPr>
          </a:lstStyle>
          <a:p>
            <a:pPr>
              <a:defRPr/>
            </a:pPr>
            <a:endParaRPr lang="en-US"/>
          </a:p>
        </p:txBody>
      </p:sp>
      <p:sp>
        <p:nvSpPr>
          <p:cNvPr id="8" name="Slide Number Placeholder 5">
            <a:extLst>
              <a:ext uri="{FF2B5EF4-FFF2-40B4-BE49-F238E27FC236}">
                <a16:creationId xmlns:a16="http://schemas.microsoft.com/office/drawing/2014/main" id="{9543BF70-1B36-558E-5050-B42CC886977A}"/>
              </a:ext>
            </a:extLst>
          </p:cNvPr>
          <p:cNvSpPr>
            <a:spLocks noGrp="1"/>
          </p:cNvSpPr>
          <p:nvPr>
            <p:ph type="sldNum" sz="quarter" idx="11"/>
          </p:nvPr>
        </p:nvSpPr>
        <p:spPr>
          <a:xfrm>
            <a:off x="11469688" y="6492875"/>
            <a:ext cx="722312" cy="365125"/>
          </a:xfrm>
        </p:spPr>
        <p:txBody>
          <a:bodyPr/>
          <a:lstStyle>
            <a:lvl1pPr algn="ctr">
              <a:defRPr>
                <a:solidFill>
                  <a:schemeClr val="bg1"/>
                </a:solidFill>
              </a:defRPr>
            </a:lvl1pPr>
          </a:lstStyle>
          <a:p>
            <a:pPr>
              <a:defRPr/>
            </a:pPr>
            <a:fld id="{2821CBDB-BC1D-4EA2-82DE-24F69C4E74EF}" type="slidenum">
              <a:rPr lang="en-US"/>
              <a:pPr>
                <a:defRPr/>
              </a:pPr>
              <a:t>‹#›</a:t>
            </a:fld>
            <a:endParaRPr lang="en-US" dirty="0"/>
          </a:p>
        </p:txBody>
      </p:sp>
    </p:spTree>
    <p:extLst>
      <p:ext uri="{BB962C8B-B14F-4D97-AF65-F5344CB8AC3E}">
        <p14:creationId xmlns:p14="http://schemas.microsoft.com/office/powerpoint/2010/main" val="3112241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B10B8D-D578-C7E3-5A1A-6724F9249F1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rot="10800000" flipH="1" flipV="1">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43CB8E56-7BA4-3618-520B-4BB5156E5098}"/>
              </a:ext>
            </a:extLst>
          </p:cNvPr>
          <p:cNvSpPr/>
          <p:nvPr userDrawn="1"/>
        </p:nvSpPr>
        <p:spPr>
          <a:xfrm rot="10800000">
            <a:off x="-1" y="0"/>
            <a:ext cx="12192000" cy="6858000"/>
          </a:xfrm>
          <a:prstGeom prst="rect">
            <a:avLst/>
          </a:prstGeom>
          <a:gradFill>
            <a:gsLst>
              <a:gs pos="77000">
                <a:srgbClr val="0D4171">
                  <a:alpha val="67266"/>
                </a:srgbClr>
              </a:gs>
              <a:gs pos="100000">
                <a:srgbClr val="115B99">
                  <a:alpha val="25000"/>
                </a:srgbClr>
              </a:gs>
              <a:gs pos="0">
                <a:srgbClr val="01092E">
                  <a:alpha val="4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4" name="Picture 7">
            <a:extLst>
              <a:ext uri="{FF2B5EF4-FFF2-40B4-BE49-F238E27FC236}">
                <a16:creationId xmlns:a16="http://schemas.microsoft.com/office/drawing/2014/main" id="{D9038DBB-A7E5-DA61-F8D2-1B3CE6FA716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953750" y="376238"/>
            <a:ext cx="914400"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60056B5E-A985-35AB-8E85-4D161C3AFB37}"/>
              </a:ext>
            </a:extLst>
          </p:cNvPr>
          <p:cNvCxnSpPr/>
          <p:nvPr userDrawn="1"/>
        </p:nvCxnSpPr>
        <p:spPr>
          <a:xfrm>
            <a:off x="10934700" y="261938"/>
            <a:ext cx="914400" cy="0"/>
          </a:xfrm>
          <a:prstGeom prst="line">
            <a:avLst/>
          </a:prstGeom>
          <a:ln w="25400" cap="rnd">
            <a:solidFill>
              <a:srgbClr val="F49119"/>
            </a:solidFill>
          </a:ln>
        </p:spPr>
        <p:style>
          <a:lnRef idx="1">
            <a:schemeClr val="accent1"/>
          </a:lnRef>
          <a:fillRef idx="0">
            <a:schemeClr val="accent1"/>
          </a:fillRef>
          <a:effectRef idx="0">
            <a:schemeClr val="accent1"/>
          </a:effectRef>
          <a:fontRef idx="minor">
            <a:schemeClr val="tx1"/>
          </a:fontRef>
        </p:style>
      </p:cxnSp>
      <p:sp>
        <p:nvSpPr>
          <p:cNvPr id="8" name="Title 1"/>
          <p:cNvSpPr>
            <a:spLocks noGrp="1"/>
          </p:cNvSpPr>
          <p:nvPr>
            <p:ph type="title"/>
          </p:nvPr>
        </p:nvSpPr>
        <p:spPr>
          <a:xfrm>
            <a:off x="185738" y="203447"/>
            <a:ext cx="10515600" cy="628649"/>
          </a:xfrm>
          <a:prstGeom prst="rect">
            <a:avLst/>
          </a:prstGeom>
        </p:spPr>
        <p:txBody>
          <a:bodyPr/>
          <a:lstStyle>
            <a:lvl1pPr>
              <a:defRPr sz="3600">
                <a:solidFill>
                  <a:schemeClr val="bg1"/>
                </a:solidFill>
                <a:latin typeface="Neue Haas Grotesk Text Pro" panose="020B0504020202020204" pitchFamily="34" charset="0"/>
              </a:defRPr>
            </a:lvl1pPr>
          </a:lstStyle>
          <a:p>
            <a:r>
              <a:rPr lang="en-US"/>
              <a:t>Click to edit Master title style</a:t>
            </a:r>
          </a:p>
        </p:txBody>
      </p:sp>
      <p:sp>
        <p:nvSpPr>
          <p:cNvPr id="6" name="Footer Placeholder 4">
            <a:extLst>
              <a:ext uri="{FF2B5EF4-FFF2-40B4-BE49-F238E27FC236}">
                <a16:creationId xmlns:a16="http://schemas.microsoft.com/office/drawing/2014/main" id="{9C11CE24-222B-E6EA-D43C-A3587C5266EE}"/>
              </a:ext>
            </a:extLst>
          </p:cNvPr>
          <p:cNvSpPr>
            <a:spLocks noGrp="1"/>
          </p:cNvSpPr>
          <p:nvPr>
            <p:ph type="ftr" sz="quarter" idx="10"/>
          </p:nvPr>
        </p:nvSpPr>
        <p:spPr>
          <a:xfrm>
            <a:off x="0" y="6492875"/>
            <a:ext cx="4114800" cy="365125"/>
          </a:xfrm>
        </p:spPr>
        <p:txBody>
          <a:bodyPr/>
          <a:lstStyle>
            <a:lvl1pPr algn="l">
              <a:defRPr/>
            </a:lvl1pPr>
          </a:lstStyle>
          <a:p>
            <a:pPr>
              <a:defRPr/>
            </a:pPr>
            <a:endParaRPr lang="en-US"/>
          </a:p>
        </p:txBody>
      </p:sp>
      <p:sp>
        <p:nvSpPr>
          <p:cNvPr id="7" name="Slide Number Placeholder 5">
            <a:extLst>
              <a:ext uri="{FF2B5EF4-FFF2-40B4-BE49-F238E27FC236}">
                <a16:creationId xmlns:a16="http://schemas.microsoft.com/office/drawing/2014/main" id="{20460285-197C-B284-273D-31567D9A9585}"/>
              </a:ext>
            </a:extLst>
          </p:cNvPr>
          <p:cNvSpPr>
            <a:spLocks noGrp="1"/>
          </p:cNvSpPr>
          <p:nvPr>
            <p:ph type="sldNum" sz="quarter" idx="11"/>
          </p:nvPr>
        </p:nvSpPr>
        <p:spPr>
          <a:xfrm>
            <a:off x="11469688" y="6492875"/>
            <a:ext cx="722312" cy="365125"/>
          </a:xfrm>
        </p:spPr>
        <p:txBody>
          <a:bodyPr/>
          <a:lstStyle>
            <a:lvl1pPr algn="ctr">
              <a:defRPr>
                <a:solidFill>
                  <a:schemeClr val="bg1"/>
                </a:solidFill>
              </a:defRPr>
            </a:lvl1pPr>
          </a:lstStyle>
          <a:p>
            <a:pPr>
              <a:defRPr/>
            </a:pPr>
            <a:fld id="{7D3EC377-6071-4CA9-9465-0D9E1D6C9FFA}" type="slidenum">
              <a:rPr lang="en-US"/>
              <a:pPr>
                <a:defRPr/>
              </a:pPr>
              <a:t>‹#›</a:t>
            </a:fld>
            <a:endParaRPr lang="en-US" dirty="0"/>
          </a:p>
        </p:txBody>
      </p:sp>
    </p:spTree>
    <p:extLst>
      <p:ext uri="{BB962C8B-B14F-4D97-AF65-F5344CB8AC3E}">
        <p14:creationId xmlns:p14="http://schemas.microsoft.com/office/powerpoint/2010/main" val="1745380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6B1BAAA-583F-260B-5023-E7501621AD3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17A8D167-B50C-CD08-8B56-7D358D2B8709}"/>
              </a:ext>
            </a:extLst>
          </p:cNvPr>
          <p:cNvSpPr/>
          <p:nvPr userDrawn="1"/>
        </p:nvSpPr>
        <p:spPr>
          <a:xfrm>
            <a:off x="0" y="0"/>
            <a:ext cx="12192000" cy="6858000"/>
          </a:xfrm>
          <a:prstGeom prst="rect">
            <a:avLst/>
          </a:prstGeom>
          <a:gradFill>
            <a:gsLst>
              <a:gs pos="77000">
                <a:srgbClr val="0D4171">
                  <a:alpha val="67266"/>
                </a:srgbClr>
              </a:gs>
              <a:gs pos="100000">
                <a:srgbClr val="115B99">
                  <a:alpha val="25000"/>
                </a:srgbClr>
              </a:gs>
              <a:gs pos="0">
                <a:srgbClr val="01092E">
                  <a:alpha val="4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4" name="Picture 7">
            <a:extLst>
              <a:ext uri="{FF2B5EF4-FFF2-40B4-BE49-F238E27FC236}">
                <a16:creationId xmlns:a16="http://schemas.microsoft.com/office/drawing/2014/main" id="{6CEA500D-600D-88DC-B508-317B5EBFA01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953750" y="376238"/>
            <a:ext cx="914400"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AD94C2EA-8C9C-E839-BE2D-7B806B2086E0}"/>
              </a:ext>
            </a:extLst>
          </p:cNvPr>
          <p:cNvCxnSpPr/>
          <p:nvPr userDrawn="1"/>
        </p:nvCxnSpPr>
        <p:spPr>
          <a:xfrm>
            <a:off x="10934700" y="261938"/>
            <a:ext cx="914400" cy="0"/>
          </a:xfrm>
          <a:prstGeom prst="line">
            <a:avLst/>
          </a:prstGeom>
          <a:ln w="25400" cap="rnd">
            <a:solidFill>
              <a:srgbClr val="F49119"/>
            </a:solidFill>
          </a:ln>
        </p:spPr>
        <p:style>
          <a:lnRef idx="1">
            <a:schemeClr val="accent1"/>
          </a:lnRef>
          <a:fillRef idx="0">
            <a:schemeClr val="accent1"/>
          </a:fillRef>
          <a:effectRef idx="0">
            <a:schemeClr val="accent1"/>
          </a:effectRef>
          <a:fontRef idx="minor">
            <a:schemeClr val="tx1"/>
          </a:fontRef>
        </p:style>
      </p:cxnSp>
      <p:sp>
        <p:nvSpPr>
          <p:cNvPr id="9" name="Title 1"/>
          <p:cNvSpPr>
            <a:spLocks noGrp="1"/>
          </p:cNvSpPr>
          <p:nvPr>
            <p:ph type="title"/>
          </p:nvPr>
        </p:nvSpPr>
        <p:spPr>
          <a:xfrm>
            <a:off x="185738" y="203447"/>
            <a:ext cx="10515600" cy="628649"/>
          </a:xfrm>
          <a:prstGeom prst="rect">
            <a:avLst/>
          </a:prstGeom>
        </p:spPr>
        <p:txBody>
          <a:bodyPr/>
          <a:lstStyle>
            <a:lvl1pPr>
              <a:defRPr sz="3600">
                <a:solidFill>
                  <a:schemeClr val="bg1"/>
                </a:solidFill>
                <a:latin typeface="Bahnschrift" panose="020B0502040204020203" pitchFamily="34" charset="0"/>
              </a:defRPr>
            </a:lvl1pPr>
          </a:lstStyle>
          <a:p>
            <a:r>
              <a:rPr lang="en-US"/>
              <a:t>Click to edit Master title style</a:t>
            </a:r>
          </a:p>
        </p:txBody>
      </p:sp>
      <p:sp>
        <p:nvSpPr>
          <p:cNvPr id="6" name="Footer Placeholder 4">
            <a:extLst>
              <a:ext uri="{FF2B5EF4-FFF2-40B4-BE49-F238E27FC236}">
                <a16:creationId xmlns:a16="http://schemas.microsoft.com/office/drawing/2014/main" id="{B4DB64E9-89A2-8B9B-3C42-12DED60712F7}"/>
              </a:ext>
            </a:extLst>
          </p:cNvPr>
          <p:cNvSpPr>
            <a:spLocks noGrp="1"/>
          </p:cNvSpPr>
          <p:nvPr>
            <p:ph type="ftr" sz="quarter" idx="10"/>
          </p:nvPr>
        </p:nvSpPr>
        <p:spPr>
          <a:xfrm>
            <a:off x="0" y="6492875"/>
            <a:ext cx="4114800" cy="365125"/>
          </a:xfrm>
        </p:spPr>
        <p:txBody>
          <a:bodyPr/>
          <a:lstStyle>
            <a:lvl1pPr algn="l">
              <a:defRPr/>
            </a:lvl1pPr>
          </a:lstStyle>
          <a:p>
            <a:pPr>
              <a:defRPr/>
            </a:pPr>
            <a:endParaRPr lang="en-US"/>
          </a:p>
        </p:txBody>
      </p:sp>
      <p:sp>
        <p:nvSpPr>
          <p:cNvPr id="7" name="Slide Number Placeholder 5">
            <a:extLst>
              <a:ext uri="{FF2B5EF4-FFF2-40B4-BE49-F238E27FC236}">
                <a16:creationId xmlns:a16="http://schemas.microsoft.com/office/drawing/2014/main" id="{49F604A9-16BC-26B6-8DE7-34063AE80C90}"/>
              </a:ext>
            </a:extLst>
          </p:cNvPr>
          <p:cNvSpPr>
            <a:spLocks noGrp="1"/>
          </p:cNvSpPr>
          <p:nvPr>
            <p:ph type="sldNum" sz="quarter" idx="11"/>
          </p:nvPr>
        </p:nvSpPr>
        <p:spPr>
          <a:xfrm>
            <a:off x="11469688" y="6492875"/>
            <a:ext cx="722312" cy="365125"/>
          </a:xfrm>
        </p:spPr>
        <p:txBody>
          <a:bodyPr/>
          <a:lstStyle>
            <a:lvl1pPr algn="ctr">
              <a:defRPr>
                <a:solidFill>
                  <a:schemeClr val="bg1"/>
                </a:solidFill>
              </a:defRPr>
            </a:lvl1pPr>
          </a:lstStyle>
          <a:p>
            <a:pPr>
              <a:defRPr/>
            </a:pPr>
            <a:fld id="{3BC7E8AC-5382-43CC-8CA3-B694BC162520}" type="slidenum">
              <a:rPr lang="en-US"/>
              <a:pPr>
                <a:defRPr/>
              </a:pPr>
              <a:t>‹#›</a:t>
            </a:fld>
            <a:endParaRPr lang="en-US"/>
          </a:p>
        </p:txBody>
      </p:sp>
    </p:spTree>
    <p:extLst>
      <p:ext uri="{BB962C8B-B14F-4D97-AF65-F5344CB8AC3E}">
        <p14:creationId xmlns:p14="http://schemas.microsoft.com/office/powerpoint/2010/main" val="3675854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02B7D6C-365F-9283-9446-B9817BB9F7E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01BDA76E-CAAC-B8CB-B29E-4805B6DC58E3}"/>
              </a:ext>
            </a:extLst>
          </p:cNvPr>
          <p:cNvSpPr/>
          <p:nvPr userDrawn="1"/>
        </p:nvSpPr>
        <p:spPr>
          <a:xfrm>
            <a:off x="0" y="0"/>
            <a:ext cx="12192000" cy="6858000"/>
          </a:xfrm>
          <a:prstGeom prst="rect">
            <a:avLst/>
          </a:prstGeom>
          <a:gradFill>
            <a:gsLst>
              <a:gs pos="77000">
                <a:srgbClr val="0D4171">
                  <a:alpha val="67266"/>
                </a:srgbClr>
              </a:gs>
              <a:gs pos="100000">
                <a:srgbClr val="115B99">
                  <a:alpha val="25000"/>
                </a:srgbClr>
              </a:gs>
              <a:gs pos="0">
                <a:srgbClr val="01092E">
                  <a:alpha val="4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4" name="Picture 7">
            <a:extLst>
              <a:ext uri="{FF2B5EF4-FFF2-40B4-BE49-F238E27FC236}">
                <a16:creationId xmlns:a16="http://schemas.microsoft.com/office/drawing/2014/main" id="{FD160225-1C7E-B552-343B-24CBF009EDF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953750" y="376238"/>
            <a:ext cx="914400"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874DC63C-FDFB-103F-DB99-D86D519DD271}"/>
              </a:ext>
            </a:extLst>
          </p:cNvPr>
          <p:cNvCxnSpPr/>
          <p:nvPr userDrawn="1"/>
        </p:nvCxnSpPr>
        <p:spPr>
          <a:xfrm>
            <a:off x="10934700" y="261938"/>
            <a:ext cx="914400" cy="0"/>
          </a:xfrm>
          <a:prstGeom prst="line">
            <a:avLst/>
          </a:prstGeom>
          <a:ln w="25400" cap="rnd">
            <a:solidFill>
              <a:srgbClr val="F49119"/>
            </a:solidFill>
          </a:ln>
        </p:spPr>
        <p:style>
          <a:lnRef idx="1">
            <a:schemeClr val="accent1"/>
          </a:lnRef>
          <a:fillRef idx="0">
            <a:schemeClr val="accent1"/>
          </a:fillRef>
          <a:effectRef idx="0">
            <a:schemeClr val="accent1"/>
          </a:effectRef>
          <a:fontRef idx="minor">
            <a:schemeClr val="tx1"/>
          </a:fontRef>
        </p:style>
      </p:cxnSp>
      <p:sp>
        <p:nvSpPr>
          <p:cNvPr id="9" name="Title 1"/>
          <p:cNvSpPr>
            <a:spLocks noGrp="1"/>
          </p:cNvSpPr>
          <p:nvPr>
            <p:ph type="title"/>
          </p:nvPr>
        </p:nvSpPr>
        <p:spPr>
          <a:xfrm>
            <a:off x="185738" y="203447"/>
            <a:ext cx="10515600" cy="628649"/>
          </a:xfrm>
          <a:prstGeom prst="rect">
            <a:avLst/>
          </a:prstGeom>
        </p:spPr>
        <p:txBody>
          <a:bodyPr/>
          <a:lstStyle>
            <a:lvl1pPr>
              <a:defRPr sz="3600">
                <a:solidFill>
                  <a:schemeClr val="bg1"/>
                </a:solidFill>
                <a:latin typeface="Bahnschrift" panose="020B0502040204020203" pitchFamily="34" charset="0"/>
              </a:defRPr>
            </a:lvl1pPr>
          </a:lstStyle>
          <a:p>
            <a:r>
              <a:rPr lang="en-US"/>
              <a:t>Click to edit Master title style</a:t>
            </a:r>
          </a:p>
        </p:txBody>
      </p:sp>
      <p:sp>
        <p:nvSpPr>
          <p:cNvPr id="6" name="Footer Placeholder 4">
            <a:extLst>
              <a:ext uri="{FF2B5EF4-FFF2-40B4-BE49-F238E27FC236}">
                <a16:creationId xmlns:a16="http://schemas.microsoft.com/office/drawing/2014/main" id="{32576557-2240-2516-EAE7-23AEDD3E7286}"/>
              </a:ext>
            </a:extLst>
          </p:cNvPr>
          <p:cNvSpPr>
            <a:spLocks noGrp="1"/>
          </p:cNvSpPr>
          <p:nvPr>
            <p:ph type="ftr" sz="quarter" idx="10"/>
          </p:nvPr>
        </p:nvSpPr>
        <p:spPr>
          <a:xfrm>
            <a:off x="0" y="6492875"/>
            <a:ext cx="4114800" cy="365125"/>
          </a:xfrm>
        </p:spPr>
        <p:txBody>
          <a:bodyPr/>
          <a:lstStyle>
            <a:lvl1pPr algn="l">
              <a:defRPr/>
            </a:lvl1pPr>
          </a:lstStyle>
          <a:p>
            <a:pPr>
              <a:defRPr/>
            </a:pPr>
            <a:endParaRPr lang="en-US"/>
          </a:p>
        </p:txBody>
      </p:sp>
      <p:sp>
        <p:nvSpPr>
          <p:cNvPr id="7" name="Slide Number Placeholder 5">
            <a:extLst>
              <a:ext uri="{FF2B5EF4-FFF2-40B4-BE49-F238E27FC236}">
                <a16:creationId xmlns:a16="http://schemas.microsoft.com/office/drawing/2014/main" id="{B6F63F5F-2D57-27F7-4AAF-229DF3218278}"/>
              </a:ext>
            </a:extLst>
          </p:cNvPr>
          <p:cNvSpPr>
            <a:spLocks noGrp="1"/>
          </p:cNvSpPr>
          <p:nvPr>
            <p:ph type="sldNum" sz="quarter" idx="11"/>
          </p:nvPr>
        </p:nvSpPr>
        <p:spPr>
          <a:xfrm>
            <a:off x="11469688" y="6492875"/>
            <a:ext cx="722312" cy="365125"/>
          </a:xfrm>
        </p:spPr>
        <p:txBody>
          <a:bodyPr/>
          <a:lstStyle>
            <a:lvl1pPr algn="ctr">
              <a:defRPr>
                <a:solidFill>
                  <a:schemeClr val="bg1"/>
                </a:solidFill>
              </a:defRPr>
            </a:lvl1pPr>
          </a:lstStyle>
          <a:p>
            <a:pPr>
              <a:defRPr/>
            </a:pPr>
            <a:fld id="{C6629DDB-7623-4A61-9EB3-37DF56C9DC7E}" type="slidenum">
              <a:rPr lang="en-US"/>
              <a:pPr>
                <a:defRPr/>
              </a:pPr>
              <a:t>‹#›</a:t>
            </a:fld>
            <a:endParaRPr lang="en-US"/>
          </a:p>
        </p:txBody>
      </p:sp>
    </p:spTree>
    <p:extLst>
      <p:ext uri="{BB962C8B-B14F-4D97-AF65-F5344CB8AC3E}">
        <p14:creationId xmlns:p14="http://schemas.microsoft.com/office/powerpoint/2010/main" val="3901522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08F581D-4EBB-CEEC-B3D2-5B8A6AC889C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88" y="0"/>
            <a:ext cx="12192001"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B6834D80-F550-9DAA-2A0F-358D3BC1AB7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953750" y="376238"/>
            <a:ext cx="914400"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Straight Connector 3">
            <a:extLst>
              <a:ext uri="{FF2B5EF4-FFF2-40B4-BE49-F238E27FC236}">
                <a16:creationId xmlns:a16="http://schemas.microsoft.com/office/drawing/2014/main" id="{80AFF412-37DD-AB0B-A2A6-22C4CD2E8CA0}"/>
              </a:ext>
            </a:extLst>
          </p:cNvPr>
          <p:cNvCxnSpPr/>
          <p:nvPr userDrawn="1"/>
        </p:nvCxnSpPr>
        <p:spPr>
          <a:xfrm>
            <a:off x="10934700" y="261938"/>
            <a:ext cx="914400" cy="0"/>
          </a:xfrm>
          <a:prstGeom prst="line">
            <a:avLst/>
          </a:prstGeom>
          <a:ln w="25400" cap="rnd">
            <a:solidFill>
              <a:srgbClr val="F49119"/>
            </a:solidFill>
          </a:ln>
        </p:spPr>
        <p:style>
          <a:lnRef idx="1">
            <a:schemeClr val="accent1"/>
          </a:lnRef>
          <a:fillRef idx="0">
            <a:schemeClr val="accent1"/>
          </a:fillRef>
          <a:effectRef idx="0">
            <a:schemeClr val="accent1"/>
          </a:effectRef>
          <a:fontRef idx="minor">
            <a:schemeClr val="tx1"/>
          </a:fontRef>
        </p:style>
      </p:cxnSp>
      <p:sp>
        <p:nvSpPr>
          <p:cNvPr id="12" name="Title 1"/>
          <p:cNvSpPr>
            <a:spLocks noGrp="1"/>
          </p:cNvSpPr>
          <p:nvPr>
            <p:ph type="title"/>
          </p:nvPr>
        </p:nvSpPr>
        <p:spPr>
          <a:xfrm>
            <a:off x="185738" y="203447"/>
            <a:ext cx="10515600" cy="628649"/>
          </a:xfrm>
          <a:prstGeom prst="rect">
            <a:avLst/>
          </a:prstGeom>
        </p:spPr>
        <p:txBody>
          <a:bodyPr/>
          <a:lstStyle>
            <a:lvl1pPr>
              <a:defRPr sz="3600">
                <a:solidFill>
                  <a:schemeClr val="bg1"/>
                </a:solidFill>
                <a:latin typeface="Bahnschrift" panose="020B0502040204020203" pitchFamily="34" charset="0"/>
              </a:defRPr>
            </a:lvl1pPr>
          </a:lstStyle>
          <a:p>
            <a:r>
              <a:rPr lang="en-US"/>
              <a:t>Click to edit Master title style</a:t>
            </a:r>
          </a:p>
        </p:txBody>
      </p:sp>
      <p:sp>
        <p:nvSpPr>
          <p:cNvPr id="5" name="Footer Placeholder 4">
            <a:extLst>
              <a:ext uri="{FF2B5EF4-FFF2-40B4-BE49-F238E27FC236}">
                <a16:creationId xmlns:a16="http://schemas.microsoft.com/office/drawing/2014/main" id="{6CE131B8-7918-5240-CD82-42451C69C228}"/>
              </a:ext>
            </a:extLst>
          </p:cNvPr>
          <p:cNvSpPr>
            <a:spLocks noGrp="1"/>
          </p:cNvSpPr>
          <p:nvPr>
            <p:ph type="ftr" sz="quarter" idx="10"/>
          </p:nvPr>
        </p:nvSpPr>
        <p:spPr>
          <a:xfrm>
            <a:off x="0" y="6492875"/>
            <a:ext cx="4114800" cy="365125"/>
          </a:xfrm>
        </p:spPr>
        <p:txBody>
          <a:bodyPr/>
          <a:lstStyle>
            <a:lvl1pPr algn="l">
              <a:defRPr/>
            </a:lvl1pPr>
          </a:lstStyle>
          <a:p>
            <a:pPr>
              <a:defRPr/>
            </a:pPr>
            <a:endParaRPr lang="en-US"/>
          </a:p>
        </p:txBody>
      </p:sp>
      <p:sp>
        <p:nvSpPr>
          <p:cNvPr id="6" name="Slide Number Placeholder 5">
            <a:extLst>
              <a:ext uri="{FF2B5EF4-FFF2-40B4-BE49-F238E27FC236}">
                <a16:creationId xmlns:a16="http://schemas.microsoft.com/office/drawing/2014/main" id="{26EBBB5A-E961-2EEC-10AF-614244F3C069}"/>
              </a:ext>
            </a:extLst>
          </p:cNvPr>
          <p:cNvSpPr>
            <a:spLocks noGrp="1"/>
          </p:cNvSpPr>
          <p:nvPr>
            <p:ph type="sldNum" sz="quarter" idx="11"/>
          </p:nvPr>
        </p:nvSpPr>
        <p:spPr>
          <a:xfrm>
            <a:off x="11469688" y="6492875"/>
            <a:ext cx="722312" cy="365125"/>
          </a:xfrm>
        </p:spPr>
        <p:txBody>
          <a:bodyPr/>
          <a:lstStyle>
            <a:lvl1pPr algn="ctr">
              <a:defRPr>
                <a:solidFill>
                  <a:schemeClr val="bg1"/>
                </a:solidFill>
              </a:defRPr>
            </a:lvl1pPr>
          </a:lstStyle>
          <a:p>
            <a:pPr>
              <a:defRPr/>
            </a:pPr>
            <a:fld id="{D171FA14-7E2B-4692-A8B2-67D974C4018E}" type="slidenum">
              <a:rPr lang="en-US"/>
              <a:pPr>
                <a:defRPr/>
              </a:pPr>
              <a:t>‹#›</a:t>
            </a:fld>
            <a:endParaRPr lang="en-US"/>
          </a:p>
        </p:txBody>
      </p:sp>
    </p:spTree>
    <p:extLst>
      <p:ext uri="{BB962C8B-B14F-4D97-AF65-F5344CB8AC3E}">
        <p14:creationId xmlns:p14="http://schemas.microsoft.com/office/powerpoint/2010/main" val="870854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C446A54-CC49-4819-38EE-0F2D7C239C1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988"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039DB379-C9D8-DA10-F463-E1FF9709AD07}"/>
              </a:ext>
            </a:extLst>
          </p:cNvPr>
          <p:cNvSpPr/>
          <p:nvPr userDrawn="1"/>
        </p:nvSpPr>
        <p:spPr>
          <a:xfrm rot="10800000">
            <a:off x="27171" y="0"/>
            <a:ext cx="12192000" cy="6858000"/>
          </a:xfrm>
          <a:prstGeom prst="rect">
            <a:avLst/>
          </a:prstGeom>
          <a:gradFill>
            <a:gsLst>
              <a:gs pos="77000">
                <a:srgbClr val="0D4171">
                  <a:alpha val="67266"/>
                </a:srgbClr>
              </a:gs>
              <a:gs pos="100000">
                <a:srgbClr val="115B99">
                  <a:alpha val="25000"/>
                </a:srgbClr>
              </a:gs>
              <a:gs pos="0">
                <a:srgbClr val="01092E">
                  <a:alpha val="4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4" name="Picture 7">
            <a:extLst>
              <a:ext uri="{FF2B5EF4-FFF2-40B4-BE49-F238E27FC236}">
                <a16:creationId xmlns:a16="http://schemas.microsoft.com/office/drawing/2014/main" id="{6549EF2F-5E31-7846-A240-DDA12865E79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953750" y="376238"/>
            <a:ext cx="914400"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C4285997-04E1-00A3-A22D-E371D9A441B3}"/>
              </a:ext>
            </a:extLst>
          </p:cNvPr>
          <p:cNvCxnSpPr/>
          <p:nvPr userDrawn="1"/>
        </p:nvCxnSpPr>
        <p:spPr>
          <a:xfrm>
            <a:off x="10934700" y="261938"/>
            <a:ext cx="914400" cy="0"/>
          </a:xfrm>
          <a:prstGeom prst="line">
            <a:avLst/>
          </a:prstGeom>
          <a:ln w="25400" cap="rnd">
            <a:solidFill>
              <a:srgbClr val="F49119"/>
            </a:solidFill>
          </a:ln>
        </p:spPr>
        <p:style>
          <a:lnRef idx="1">
            <a:schemeClr val="accent1"/>
          </a:lnRef>
          <a:fillRef idx="0">
            <a:schemeClr val="accent1"/>
          </a:fillRef>
          <a:effectRef idx="0">
            <a:schemeClr val="accent1"/>
          </a:effectRef>
          <a:fontRef idx="minor">
            <a:schemeClr val="tx1"/>
          </a:fontRef>
        </p:style>
      </p:cxnSp>
      <p:sp>
        <p:nvSpPr>
          <p:cNvPr id="13" name="Title 1"/>
          <p:cNvSpPr>
            <a:spLocks noGrp="1"/>
          </p:cNvSpPr>
          <p:nvPr>
            <p:ph type="title"/>
          </p:nvPr>
        </p:nvSpPr>
        <p:spPr>
          <a:xfrm>
            <a:off x="185738" y="203447"/>
            <a:ext cx="10515600" cy="628649"/>
          </a:xfrm>
          <a:prstGeom prst="rect">
            <a:avLst/>
          </a:prstGeom>
        </p:spPr>
        <p:txBody>
          <a:bodyPr/>
          <a:lstStyle>
            <a:lvl1pPr>
              <a:defRPr sz="3600">
                <a:solidFill>
                  <a:schemeClr val="bg1"/>
                </a:solidFill>
                <a:latin typeface="Bahnschrift" panose="020B0502040204020203" pitchFamily="34" charset="0"/>
              </a:defRPr>
            </a:lvl1pPr>
          </a:lstStyle>
          <a:p>
            <a:r>
              <a:rPr lang="en-US"/>
              <a:t>Click to edit Master title style</a:t>
            </a:r>
          </a:p>
        </p:txBody>
      </p:sp>
      <p:sp>
        <p:nvSpPr>
          <p:cNvPr id="6" name="Footer Placeholder 4">
            <a:extLst>
              <a:ext uri="{FF2B5EF4-FFF2-40B4-BE49-F238E27FC236}">
                <a16:creationId xmlns:a16="http://schemas.microsoft.com/office/drawing/2014/main" id="{070F3CBF-4B97-A70F-FB36-2677BEEF527A}"/>
              </a:ext>
            </a:extLst>
          </p:cNvPr>
          <p:cNvSpPr>
            <a:spLocks noGrp="1"/>
          </p:cNvSpPr>
          <p:nvPr>
            <p:ph type="ftr" sz="quarter" idx="10"/>
          </p:nvPr>
        </p:nvSpPr>
        <p:spPr>
          <a:xfrm>
            <a:off x="0" y="6492875"/>
            <a:ext cx="4114800" cy="365125"/>
          </a:xfrm>
        </p:spPr>
        <p:txBody>
          <a:bodyPr/>
          <a:lstStyle>
            <a:lvl1pPr algn="l">
              <a:defRPr/>
            </a:lvl1pPr>
          </a:lstStyle>
          <a:p>
            <a:pPr>
              <a:defRPr/>
            </a:pPr>
            <a:endParaRPr lang="en-US"/>
          </a:p>
        </p:txBody>
      </p:sp>
      <p:sp>
        <p:nvSpPr>
          <p:cNvPr id="7" name="Slide Number Placeholder 5">
            <a:extLst>
              <a:ext uri="{FF2B5EF4-FFF2-40B4-BE49-F238E27FC236}">
                <a16:creationId xmlns:a16="http://schemas.microsoft.com/office/drawing/2014/main" id="{C8517735-5659-54ED-FB70-D541100443DC}"/>
              </a:ext>
            </a:extLst>
          </p:cNvPr>
          <p:cNvSpPr>
            <a:spLocks noGrp="1"/>
          </p:cNvSpPr>
          <p:nvPr>
            <p:ph type="sldNum" sz="quarter" idx="11"/>
          </p:nvPr>
        </p:nvSpPr>
        <p:spPr>
          <a:xfrm>
            <a:off x="11469688" y="6492875"/>
            <a:ext cx="722312" cy="365125"/>
          </a:xfrm>
        </p:spPr>
        <p:txBody>
          <a:bodyPr/>
          <a:lstStyle>
            <a:lvl1pPr algn="ctr">
              <a:defRPr>
                <a:solidFill>
                  <a:schemeClr val="bg1"/>
                </a:solidFill>
              </a:defRPr>
            </a:lvl1pPr>
          </a:lstStyle>
          <a:p>
            <a:pPr>
              <a:defRPr/>
            </a:pPr>
            <a:fld id="{7CF1CBE6-077B-4973-8F4A-52889F1FA340}" type="slidenum">
              <a:rPr lang="en-US"/>
              <a:pPr>
                <a:defRPr/>
              </a:pPr>
              <a:t>‹#›</a:t>
            </a:fld>
            <a:endParaRPr lang="en-US"/>
          </a:p>
        </p:txBody>
      </p:sp>
    </p:spTree>
    <p:extLst>
      <p:ext uri="{BB962C8B-B14F-4D97-AF65-F5344CB8AC3E}">
        <p14:creationId xmlns:p14="http://schemas.microsoft.com/office/powerpoint/2010/main" val="4010015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lvl1pPr>
              <a:defRPr>
                <a:solidFill>
                  <a:srgbClr val="062458"/>
                </a:solidFill>
                <a:latin typeface="Bahnschrift" panose="020B0502040204020203" pitchFamily="34" charset="0"/>
              </a:defRPr>
            </a:lvl1pPr>
          </a:lstStyle>
          <a:p>
            <a:r>
              <a:rPr lang="en-US"/>
              <a:t>Click to edit Master title style</a:t>
            </a:r>
          </a:p>
        </p:txBody>
      </p:sp>
      <p:sp>
        <p:nvSpPr>
          <p:cNvPr id="3" name="Date Placeholder 3">
            <a:extLst>
              <a:ext uri="{FF2B5EF4-FFF2-40B4-BE49-F238E27FC236}">
                <a16:creationId xmlns:a16="http://schemas.microsoft.com/office/drawing/2014/main" id="{34C94D7F-92D7-6CAD-3843-D5C8E8C8899F}"/>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a16="http://schemas.microsoft.com/office/drawing/2014/main" id="{40CD47A7-7BB3-B9BE-2C76-3B7D8372968C}"/>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5201D6E8-DDD1-C6B5-D10D-DC7B43E73225}"/>
              </a:ext>
            </a:extLst>
          </p:cNvPr>
          <p:cNvSpPr>
            <a:spLocks noGrp="1"/>
          </p:cNvSpPr>
          <p:nvPr>
            <p:ph type="sldNum" sz="quarter" idx="12"/>
          </p:nvPr>
        </p:nvSpPr>
        <p:spPr/>
        <p:txBody>
          <a:bodyPr/>
          <a:lstStyle>
            <a:lvl1pPr>
              <a:defRPr/>
            </a:lvl1pPr>
          </a:lstStyle>
          <a:p>
            <a:pPr>
              <a:defRPr/>
            </a:pPr>
            <a:fld id="{EAC2D7A0-6ABB-4357-93B7-D8D6E4C60FD8}" type="slidenum">
              <a:rPr lang="en-US"/>
              <a:pPr>
                <a:defRPr/>
              </a:pPr>
              <a:t>‹#›</a:t>
            </a:fld>
            <a:endParaRPr lang="en-US"/>
          </a:p>
        </p:txBody>
      </p:sp>
    </p:spTree>
    <p:extLst>
      <p:ext uri="{BB962C8B-B14F-4D97-AF65-F5344CB8AC3E}">
        <p14:creationId xmlns:p14="http://schemas.microsoft.com/office/powerpoint/2010/main" val="2103115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solidFill>
                  <a:srgbClr val="062458"/>
                </a:solidFill>
                <a:latin typeface="Bahnschrift" panose="020B0502040204020203" pitchFamily="34" charset="0"/>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latin typeface="Bahnschrift"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7D739D-9B16-8FD0-8046-CD2E7D555ECB}"/>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29720710-2919-25C6-731C-C01F215FF04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6BEDB6B-3712-1FB8-2530-6E35D47C9302}"/>
              </a:ext>
            </a:extLst>
          </p:cNvPr>
          <p:cNvSpPr>
            <a:spLocks noGrp="1"/>
          </p:cNvSpPr>
          <p:nvPr>
            <p:ph type="sldNum" sz="quarter" idx="12"/>
          </p:nvPr>
        </p:nvSpPr>
        <p:spPr/>
        <p:txBody>
          <a:bodyPr/>
          <a:lstStyle>
            <a:lvl1pPr>
              <a:defRPr/>
            </a:lvl1pPr>
          </a:lstStyle>
          <a:p>
            <a:pPr>
              <a:defRPr/>
            </a:pPr>
            <a:fld id="{F378AA42-1B35-4EE2-A79E-47C01204AA2E}" type="slidenum">
              <a:rPr lang="en-US"/>
              <a:pPr>
                <a:defRPr/>
              </a:pPr>
              <a:t>‹#›</a:t>
            </a:fld>
            <a:endParaRPr lang="en-US"/>
          </a:p>
        </p:txBody>
      </p:sp>
    </p:spTree>
    <p:extLst>
      <p:ext uri="{BB962C8B-B14F-4D97-AF65-F5344CB8AC3E}">
        <p14:creationId xmlns:p14="http://schemas.microsoft.com/office/powerpoint/2010/main" val="2710960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lvl1pPr>
              <a:defRPr>
                <a:solidFill>
                  <a:srgbClr val="062458"/>
                </a:solidFill>
                <a:latin typeface="Bahnschrift" panose="020B0502040204020203" pitchFamily="34" charset="0"/>
              </a:defRPr>
            </a:lvl1p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lvl1pPr>
              <a:defRPr>
                <a:solidFill>
                  <a:srgbClr val="062458"/>
                </a:solidFill>
                <a:latin typeface="Bahnschrift" panose="020B0502040204020203" pitchFamily="34" charset="0"/>
              </a:defRPr>
            </a:lvl1pPr>
            <a:lvl2pPr>
              <a:defRPr>
                <a:solidFill>
                  <a:srgbClr val="062458"/>
                </a:solidFill>
                <a:latin typeface="Bahnschrift" panose="020B0502040204020203" pitchFamily="34" charset="0"/>
              </a:defRPr>
            </a:lvl2pPr>
            <a:lvl3pPr>
              <a:defRPr>
                <a:solidFill>
                  <a:srgbClr val="062458"/>
                </a:solidFill>
                <a:latin typeface="Bahnschrift" panose="020B0502040204020203" pitchFamily="34" charset="0"/>
              </a:defRPr>
            </a:lvl3pPr>
            <a:lvl4pPr>
              <a:defRPr>
                <a:solidFill>
                  <a:srgbClr val="062458"/>
                </a:solidFill>
                <a:latin typeface="Bahnschrift" panose="020B0502040204020203" pitchFamily="34" charset="0"/>
              </a:defRPr>
            </a:lvl4pPr>
            <a:lvl5pPr>
              <a:defRPr>
                <a:solidFill>
                  <a:srgbClr val="062458"/>
                </a:solidFill>
                <a:latin typeface="Bahnschrift"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lvl1pPr>
              <a:defRPr>
                <a:solidFill>
                  <a:srgbClr val="062458"/>
                </a:solidFill>
                <a:latin typeface="Bahnschrift" panose="020B0502040204020203" pitchFamily="34" charset="0"/>
              </a:defRPr>
            </a:lvl1pPr>
            <a:lvl2pPr>
              <a:defRPr>
                <a:solidFill>
                  <a:srgbClr val="062458"/>
                </a:solidFill>
                <a:latin typeface="Bahnschrift" panose="020B0502040204020203" pitchFamily="34" charset="0"/>
              </a:defRPr>
            </a:lvl2pPr>
            <a:lvl3pPr>
              <a:defRPr>
                <a:solidFill>
                  <a:srgbClr val="062458"/>
                </a:solidFill>
                <a:latin typeface="Bahnschrift" panose="020B0502040204020203" pitchFamily="34" charset="0"/>
              </a:defRPr>
            </a:lvl3pPr>
            <a:lvl4pPr>
              <a:defRPr>
                <a:solidFill>
                  <a:srgbClr val="062458"/>
                </a:solidFill>
                <a:latin typeface="Bahnschrift" panose="020B0502040204020203" pitchFamily="34" charset="0"/>
              </a:defRPr>
            </a:lvl4pPr>
            <a:lvl5pPr>
              <a:defRPr>
                <a:solidFill>
                  <a:srgbClr val="062458"/>
                </a:solidFill>
                <a:latin typeface="Bahnschrift"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74A87237-70AF-B41C-A5C9-2E8736534381}"/>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90067606-0B3F-ACF0-90E7-C4EACFBC597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58AA394-EED3-2C1C-6E99-A1B3AE0A2076}"/>
              </a:ext>
            </a:extLst>
          </p:cNvPr>
          <p:cNvSpPr>
            <a:spLocks noGrp="1"/>
          </p:cNvSpPr>
          <p:nvPr>
            <p:ph type="sldNum" sz="quarter" idx="12"/>
          </p:nvPr>
        </p:nvSpPr>
        <p:spPr/>
        <p:txBody>
          <a:bodyPr/>
          <a:lstStyle>
            <a:lvl1pPr>
              <a:defRPr/>
            </a:lvl1pPr>
          </a:lstStyle>
          <a:p>
            <a:pPr>
              <a:defRPr/>
            </a:pPr>
            <a:fld id="{85526199-7424-477D-9FFE-97F595C67FAF}" type="slidenum">
              <a:rPr lang="en-US"/>
              <a:pPr>
                <a:defRPr/>
              </a:pPr>
              <a:t>‹#›</a:t>
            </a:fld>
            <a:endParaRPr lang="en-US"/>
          </a:p>
        </p:txBody>
      </p:sp>
    </p:spTree>
    <p:extLst>
      <p:ext uri="{BB962C8B-B14F-4D97-AF65-F5344CB8AC3E}">
        <p14:creationId xmlns:p14="http://schemas.microsoft.com/office/powerpoint/2010/main" val="3921199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lvl1pPr>
              <a:defRPr>
                <a:solidFill>
                  <a:srgbClr val="062458"/>
                </a:solidFill>
                <a:latin typeface="Bahnschrift" panose="020B0502040204020203" pitchFamily="34" charset="0"/>
              </a:defRPr>
            </a:lvl1p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solidFill>
                  <a:srgbClr val="062458"/>
                </a:solidFill>
                <a:latin typeface="Bahnschrift"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lvl1pPr>
              <a:defRPr>
                <a:solidFill>
                  <a:srgbClr val="062458"/>
                </a:solidFill>
                <a:latin typeface="Bahnschrift" panose="020B0502040204020203" pitchFamily="34" charset="0"/>
              </a:defRPr>
            </a:lvl1pPr>
            <a:lvl2pPr>
              <a:defRPr>
                <a:solidFill>
                  <a:srgbClr val="062458"/>
                </a:solidFill>
                <a:latin typeface="Bahnschrift" panose="020B0502040204020203" pitchFamily="34" charset="0"/>
              </a:defRPr>
            </a:lvl2pPr>
            <a:lvl3pPr>
              <a:defRPr>
                <a:solidFill>
                  <a:srgbClr val="062458"/>
                </a:solidFill>
                <a:latin typeface="Bahnschrift" panose="020B0502040204020203" pitchFamily="34" charset="0"/>
              </a:defRPr>
            </a:lvl3pPr>
            <a:lvl4pPr>
              <a:defRPr>
                <a:solidFill>
                  <a:srgbClr val="062458"/>
                </a:solidFill>
                <a:latin typeface="Bahnschrift" panose="020B0502040204020203" pitchFamily="34" charset="0"/>
              </a:defRPr>
            </a:lvl4pPr>
            <a:lvl5pPr>
              <a:defRPr>
                <a:solidFill>
                  <a:srgbClr val="062458"/>
                </a:solidFill>
                <a:latin typeface="Bahnschrift"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solidFill>
                  <a:srgbClr val="062458"/>
                </a:solidFill>
                <a:latin typeface="Bahnschrift"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lvl1pPr>
              <a:defRPr>
                <a:solidFill>
                  <a:srgbClr val="062458"/>
                </a:solidFill>
                <a:latin typeface="Bahnschrift" panose="020B0502040204020203" pitchFamily="34" charset="0"/>
              </a:defRPr>
            </a:lvl1pPr>
            <a:lvl2pPr>
              <a:defRPr>
                <a:solidFill>
                  <a:srgbClr val="062458"/>
                </a:solidFill>
                <a:latin typeface="Bahnschrift" panose="020B0502040204020203" pitchFamily="34" charset="0"/>
              </a:defRPr>
            </a:lvl2pPr>
            <a:lvl3pPr>
              <a:defRPr>
                <a:solidFill>
                  <a:srgbClr val="062458"/>
                </a:solidFill>
                <a:latin typeface="Bahnschrift" panose="020B0502040204020203" pitchFamily="34" charset="0"/>
              </a:defRPr>
            </a:lvl3pPr>
            <a:lvl4pPr>
              <a:defRPr>
                <a:solidFill>
                  <a:srgbClr val="062458"/>
                </a:solidFill>
                <a:latin typeface="Bahnschrift" panose="020B0502040204020203" pitchFamily="34" charset="0"/>
              </a:defRPr>
            </a:lvl4pPr>
            <a:lvl5pPr>
              <a:defRPr>
                <a:solidFill>
                  <a:srgbClr val="062458"/>
                </a:solidFill>
                <a:latin typeface="Bahnschrift"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270382C1-F8B1-7946-C0E6-097D75A4C77B}"/>
              </a:ext>
            </a:extLst>
          </p:cNvPr>
          <p:cNvSpPr>
            <a:spLocks noGrp="1"/>
          </p:cNvSpPr>
          <p:nvPr>
            <p:ph type="dt" sz="half" idx="10"/>
          </p:nvPr>
        </p:nvSpPr>
        <p:spPr/>
        <p:txBody>
          <a:bodyPr/>
          <a:lstStyle>
            <a:lvl1pPr>
              <a:defRPr/>
            </a:lvl1pPr>
          </a:lstStyle>
          <a:p>
            <a:pPr>
              <a:defRPr/>
            </a:pPr>
            <a:endParaRPr lang="en-US"/>
          </a:p>
        </p:txBody>
      </p:sp>
      <p:sp>
        <p:nvSpPr>
          <p:cNvPr id="8" name="Footer Placeholder 4">
            <a:extLst>
              <a:ext uri="{FF2B5EF4-FFF2-40B4-BE49-F238E27FC236}">
                <a16:creationId xmlns:a16="http://schemas.microsoft.com/office/drawing/2014/main" id="{68C3355C-3CCA-B40E-F700-719003B0516A}"/>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6DE87BB4-7049-2E87-1543-525ED59ECB69}"/>
              </a:ext>
            </a:extLst>
          </p:cNvPr>
          <p:cNvSpPr>
            <a:spLocks noGrp="1"/>
          </p:cNvSpPr>
          <p:nvPr>
            <p:ph type="sldNum" sz="quarter" idx="12"/>
          </p:nvPr>
        </p:nvSpPr>
        <p:spPr/>
        <p:txBody>
          <a:bodyPr/>
          <a:lstStyle>
            <a:lvl1pPr>
              <a:defRPr/>
            </a:lvl1pPr>
          </a:lstStyle>
          <a:p>
            <a:pPr>
              <a:defRPr/>
            </a:pPr>
            <a:fld id="{5C772E0F-1FD7-460C-AF75-66236E7945AE}" type="slidenum">
              <a:rPr lang="en-US"/>
              <a:pPr>
                <a:defRPr/>
              </a:pPr>
              <a:t>‹#›</a:t>
            </a:fld>
            <a:endParaRPr lang="en-US"/>
          </a:p>
        </p:txBody>
      </p:sp>
    </p:spTree>
    <p:extLst>
      <p:ext uri="{BB962C8B-B14F-4D97-AF65-F5344CB8AC3E}">
        <p14:creationId xmlns:p14="http://schemas.microsoft.com/office/powerpoint/2010/main" val="19891128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lvl1pPr>
              <a:defRPr>
                <a:solidFill>
                  <a:srgbClr val="062458"/>
                </a:solidFill>
                <a:latin typeface="Bahnschrift" panose="020B0502040204020203" pitchFamily="34" charset="0"/>
              </a:defRPr>
            </a:lvl1p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C86BD64C-8AC4-0F73-466C-7F1A82654D73}"/>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a16="http://schemas.microsoft.com/office/drawing/2014/main" id="{18009041-5819-199C-C45B-F4A727A806E5}"/>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AAD1B67A-2228-D7C5-321B-EF24930D2376}"/>
              </a:ext>
            </a:extLst>
          </p:cNvPr>
          <p:cNvSpPr>
            <a:spLocks noGrp="1"/>
          </p:cNvSpPr>
          <p:nvPr>
            <p:ph type="sldNum" sz="quarter" idx="12"/>
          </p:nvPr>
        </p:nvSpPr>
        <p:spPr/>
        <p:txBody>
          <a:bodyPr/>
          <a:lstStyle>
            <a:lvl1pPr>
              <a:defRPr/>
            </a:lvl1pPr>
          </a:lstStyle>
          <a:p>
            <a:pPr>
              <a:defRPr/>
            </a:pPr>
            <a:fld id="{689E092B-5BFB-430A-B967-B39FD6EE09D5}" type="slidenum">
              <a:rPr lang="en-US"/>
              <a:pPr>
                <a:defRPr/>
              </a:pPr>
              <a:t>‹#›</a:t>
            </a:fld>
            <a:endParaRPr lang="en-US"/>
          </a:p>
        </p:txBody>
      </p:sp>
    </p:spTree>
    <p:extLst>
      <p:ext uri="{BB962C8B-B14F-4D97-AF65-F5344CB8AC3E}">
        <p14:creationId xmlns:p14="http://schemas.microsoft.com/office/powerpoint/2010/main" val="11248656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F30D265F-6EC0-01F2-C578-89988689D0A5}"/>
              </a:ext>
            </a:extLst>
          </p:cNvPr>
          <p:cNvSpPr>
            <a:spLocks noGrp="1"/>
          </p:cNvSpPr>
          <p:nvPr>
            <p:ph type="dt" sz="half" idx="10"/>
          </p:nvPr>
        </p:nvSpPr>
        <p:spPr/>
        <p:txBody>
          <a:bodyPr/>
          <a:lstStyle>
            <a:lvl1pPr>
              <a:defRPr/>
            </a:lvl1pPr>
          </a:lstStyle>
          <a:p>
            <a:pPr>
              <a:defRPr/>
            </a:pPr>
            <a:endParaRPr lang="en-US"/>
          </a:p>
        </p:txBody>
      </p:sp>
      <p:sp>
        <p:nvSpPr>
          <p:cNvPr id="3" name="Footer Placeholder 4">
            <a:extLst>
              <a:ext uri="{FF2B5EF4-FFF2-40B4-BE49-F238E27FC236}">
                <a16:creationId xmlns:a16="http://schemas.microsoft.com/office/drawing/2014/main" id="{04A83E1F-5E3C-992C-A8C6-6D01C68F3E80}"/>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98394B2E-903B-3952-2B08-36944A2868DE}"/>
              </a:ext>
            </a:extLst>
          </p:cNvPr>
          <p:cNvSpPr>
            <a:spLocks noGrp="1"/>
          </p:cNvSpPr>
          <p:nvPr>
            <p:ph type="sldNum" sz="quarter" idx="12"/>
          </p:nvPr>
        </p:nvSpPr>
        <p:spPr/>
        <p:txBody>
          <a:bodyPr/>
          <a:lstStyle>
            <a:lvl1pPr>
              <a:defRPr/>
            </a:lvl1pPr>
          </a:lstStyle>
          <a:p>
            <a:pPr>
              <a:defRPr/>
            </a:pPr>
            <a:fld id="{58EC36F8-13EE-4D21-AC67-F0F6A0512D52}" type="slidenum">
              <a:rPr lang="en-US"/>
              <a:pPr>
                <a:defRPr/>
              </a:pPr>
              <a:t>‹#›</a:t>
            </a:fld>
            <a:endParaRPr lang="en-US"/>
          </a:p>
        </p:txBody>
      </p:sp>
    </p:spTree>
    <p:extLst>
      <p:ext uri="{BB962C8B-B14F-4D97-AF65-F5344CB8AC3E}">
        <p14:creationId xmlns:p14="http://schemas.microsoft.com/office/powerpoint/2010/main" val="4120399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atin typeface="Bahnschrift" panose="020B0502040204020203"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atin typeface="Bahnschrift" panose="020B0502040204020203" pitchFamily="34" charset="0"/>
              </a:defRPr>
            </a:lvl1pPr>
            <a:lvl2pPr>
              <a:defRPr sz="2800">
                <a:latin typeface="Bahnschrift" panose="020B0502040204020203" pitchFamily="34" charset="0"/>
              </a:defRPr>
            </a:lvl2pPr>
            <a:lvl3pPr>
              <a:defRPr sz="2400">
                <a:latin typeface="Bahnschrift" panose="020B0502040204020203" pitchFamily="34" charset="0"/>
              </a:defRPr>
            </a:lvl3pPr>
            <a:lvl4pPr>
              <a:defRPr sz="2000">
                <a:latin typeface="Bahnschrift" panose="020B0502040204020203" pitchFamily="34" charset="0"/>
              </a:defRPr>
            </a:lvl4pPr>
            <a:lvl5pPr>
              <a:defRPr sz="2000">
                <a:latin typeface="Bahnschrift" panose="020B0502040204020203"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atin typeface="Bahnschrift"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C59622EE-9B81-F7C3-5FC1-9AE84AF01D40}"/>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CDB93CF1-01B3-1C7B-C112-8C7E6AD3BE5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31A9728-A83F-1C4F-2275-97637173ECBA}"/>
              </a:ext>
            </a:extLst>
          </p:cNvPr>
          <p:cNvSpPr>
            <a:spLocks noGrp="1"/>
          </p:cNvSpPr>
          <p:nvPr>
            <p:ph type="sldNum" sz="quarter" idx="12"/>
          </p:nvPr>
        </p:nvSpPr>
        <p:spPr/>
        <p:txBody>
          <a:bodyPr/>
          <a:lstStyle>
            <a:lvl1pPr>
              <a:defRPr/>
            </a:lvl1pPr>
          </a:lstStyle>
          <a:p>
            <a:pPr>
              <a:defRPr/>
            </a:pPr>
            <a:fld id="{2B35A77D-DF0F-472D-A879-BE30BAAE9712}" type="slidenum">
              <a:rPr lang="en-US"/>
              <a:pPr>
                <a:defRPr/>
              </a:pPr>
              <a:t>‹#›</a:t>
            </a:fld>
            <a:endParaRPr lang="en-US"/>
          </a:p>
        </p:txBody>
      </p:sp>
    </p:spTree>
    <p:extLst>
      <p:ext uri="{BB962C8B-B14F-4D97-AF65-F5344CB8AC3E}">
        <p14:creationId xmlns:p14="http://schemas.microsoft.com/office/powerpoint/2010/main" val="32366427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solidFill>
                  <a:srgbClr val="062458"/>
                </a:solidFill>
                <a:latin typeface="Bahnschrift" panose="020B0502040204020203" pitchFamily="34" charset="0"/>
              </a:defRPr>
            </a:lvl1pPr>
          </a:lstStyle>
          <a:p>
            <a:r>
              <a:rPr lang="en-US"/>
              <a:t>Click to edit Master title style</a:t>
            </a:r>
            <a:endParaRPr lang="en-US" dirty="0"/>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solidFill>
                  <a:srgbClr val="062458"/>
                </a:solidFill>
                <a:latin typeface="Bahnschrift" panose="020B0502040204020203"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solidFill>
                  <a:srgbClr val="062458"/>
                </a:solidFill>
                <a:latin typeface="Bahnschrift"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A4399C0F-D167-F9BF-F06F-E1C9CEEDF238}"/>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27720D31-FA11-CDF5-8C51-4062A395728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B15F640-8659-5239-6380-72EC9F35DD0D}"/>
              </a:ext>
            </a:extLst>
          </p:cNvPr>
          <p:cNvSpPr>
            <a:spLocks noGrp="1"/>
          </p:cNvSpPr>
          <p:nvPr>
            <p:ph type="sldNum" sz="quarter" idx="12"/>
          </p:nvPr>
        </p:nvSpPr>
        <p:spPr/>
        <p:txBody>
          <a:bodyPr/>
          <a:lstStyle>
            <a:lvl1pPr>
              <a:defRPr/>
            </a:lvl1pPr>
          </a:lstStyle>
          <a:p>
            <a:pPr>
              <a:defRPr/>
            </a:pPr>
            <a:fld id="{22E4FFAC-6A9E-40BB-A9AD-1FEB4A02029B}" type="slidenum">
              <a:rPr lang="en-US"/>
              <a:pPr>
                <a:defRPr/>
              </a:pPr>
              <a:t>‹#›</a:t>
            </a:fld>
            <a:endParaRPr lang="en-US"/>
          </a:p>
        </p:txBody>
      </p:sp>
    </p:spTree>
    <p:extLst>
      <p:ext uri="{BB962C8B-B14F-4D97-AF65-F5344CB8AC3E}">
        <p14:creationId xmlns:p14="http://schemas.microsoft.com/office/powerpoint/2010/main" val="30106674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lvl1pPr>
              <a:defRPr>
                <a:solidFill>
                  <a:srgbClr val="062458"/>
                </a:solidFill>
                <a:latin typeface="Bahnschrift" panose="020B0502040204020203" pitchFamily="34" charset="0"/>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lvl1pPr>
              <a:defRPr>
                <a:solidFill>
                  <a:srgbClr val="062458"/>
                </a:solidFill>
                <a:latin typeface="Bahnschrift" panose="020B0502040204020203" pitchFamily="34" charset="0"/>
              </a:defRPr>
            </a:lvl1pPr>
            <a:lvl2pPr>
              <a:defRPr>
                <a:solidFill>
                  <a:srgbClr val="062458"/>
                </a:solidFill>
                <a:latin typeface="Bahnschrift" panose="020B0502040204020203" pitchFamily="34" charset="0"/>
              </a:defRPr>
            </a:lvl2pPr>
            <a:lvl3pPr>
              <a:defRPr>
                <a:solidFill>
                  <a:srgbClr val="062458"/>
                </a:solidFill>
                <a:latin typeface="Bahnschrift" panose="020B0502040204020203" pitchFamily="34" charset="0"/>
              </a:defRPr>
            </a:lvl3pPr>
            <a:lvl4pPr>
              <a:defRPr>
                <a:solidFill>
                  <a:srgbClr val="062458"/>
                </a:solidFill>
                <a:latin typeface="Bahnschrift" panose="020B0502040204020203" pitchFamily="34" charset="0"/>
              </a:defRPr>
            </a:lvl4pPr>
            <a:lvl5pPr>
              <a:defRPr>
                <a:solidFill>
                  <a:srgbClr val="062458"/>
                </a:solidFill>
                <a:latin typeface="Bahnschrift"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47FB4C-24AA-563B-8401-CF6947254692}"/>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DD30D9B2-C2AA-DBD7-572E-64C3B3A53A3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F8C651C-A183-1598-B549-A3CF8F7C40DE}"/>
              </a:ext>
            </a:extLst>
          </p:cNvPr>
          <p:cNvSpPr>
            <a:spLocks noGrp="1"/>
          </p:cNvSpPr>
          <p:nvPr>
            <p:ph type="sldNum" sz="quarter" idx="12"/>
          </p:nvPr>
        </p:nvSpPr>
        <p:spPr/>
        <p:txBody>
          <a:bodyPr/>
          <a:lstStyle>
            <a:lvl1pPr>
              <a:defRPr/>
            </a:lvl1pPr>
          </a:lstStyle>
          <a:p>
            <a:pPr>
              <a:defRPr/>
            </a:pPr>
            <a:fld id="{AA1406B2-68AF-4C6C-AC44-EDC3CF8484A6}" type="slidenum">
              <a:rPr lang="en-US"/>
              <a:pPr>
                <a:defRPr/>
              </a:pPr>
              <a:t>‹#›</a:t>
            </a:fld>
            <a:endParaRPr lang="en-US"/>
          </a:p>
        </p:txBody>
      </p:sp>
    </p:spTree>
    <p:extLst>
      <p:ext uri="{BB962C8B-B14F-4D97-AF65-F5344CB8AC3E}">
        <p14:creationId xmlns:p14="http://schemas.microsoft.com/office/powerpoint/2010/main" val="42381136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lvl1pPr>
              <a:defRPr>
                <a:solidFill>
                  <a:srgbClr val="062458"/>
                </a:solidFill>
                <a:latin typeface="Bahnschrift" panose="020B0502040204020203" pitchFamily="34" charset="0"/>
              </a:defRPr>
            </a:lvl1pPr>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lvl1pPr>
              <a:defRPr>
                <a:solidFill>
                  <a:srgbClr val="062458"/>
                </a:solidFill>
                <a:latin typeface="Bahnschrift" panose="020B0502040204020203" pitchFamily="34" charset="0"/>
              </a:defRPr>
            </a:lvl1pPr>
            <a:lvl2pPr>
              <a:defRPr>
                <a:solidFill>
                  <a:srgbClr val="062458"/>
                </a:solidFill>
                <a:latin typeface="Bahnschrift" panose="020B0502040204020203" pitchFamily="34" charset="0"/>
              </a:defRPr>
            </a:lvl2pPr>
            <a:lvl3pPr>
              <a:defRPr>
                <a:solidFill>
                  <a:srgbClr val="062458"/>
                </a:solidFill>
                <a:latin typeface="Bahnschrift" panose="020B0502040204020203" pitchFamily="34" charset="0"/>
              </a:defRPr>
            </a:lvl3pPr>
            <a:lvl4pPr>
              <a:defRPr>
                <a:solidFill>
                  <a:srgbClr val="062458"/>
                </a:solidFill>
                <a:latin typeface="Bahnschrift" panose="020B0502040204020203" pitchFamily="34" charset="0"/>
              </a:defRPr>
            </a:lvl4pPr>
            <a:lvl5pPr>
              <a:defRPr>
                <a:solidFill>
                  <a:srgbClr val="062458"/>
                </a:solidFill>
                <a:latin typeface="Bahnschrift"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31D196-48A0-22EA-DFD5-899F13FAFB8F}"/>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A5AF942B-D74E-F349-65F4-D8B44AC97AF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D110BD2-3D7B-4E3D-BF0B-CB6C1F5F12F6}"/>
              </a:ext>
            </a:extLst>
          </p:cNvPr>
          <p:cNvSpPr>
            <a:spLocks noGrp="1"/>
          </p:cNvSpPr>
          <p:nvPr>
            <p:ph type="sldNum" sz="quarter" idx="12"/>
          </p:nvPr>
        </p:nvSpPr>
        <p:spPr/>
        <p:txBody>
          <a:bodyPr/>
          <a:lstStyle>
            <a:lvl1pPr>
              <a:defRPr/>
            </a:lvl1pPr>
          </a:lstStyle>
          <a:p>
            <a:pPr>
              <a:defRPr/>
            </a:pPr>
            <a:fld id="{4740B14E-6C09-447F-86C5-B1C43BEBA1D7}" type="slidenum">
              <a:rPr lang="en-US"/>
              <a:pPr>
                <a:defRPr/>
              </a:pPr>
              <a:t>‹#›</a:t>
            </a:fld>
            <a:endParaRPr lang="en-US"/>
          </a:p>
        </p:txBody>
      </p:sp>
    </p:spTree>
    <p:extLst>
      <p:ext uri="{BB962C8B-B14F-4D97-AF65-F5344CB8AC3E}">
        <p14:creationId xmlns:p14="http://schemas.microsoft.com/office/powerpoint/2010/main" val="15426827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A picture containing diagram&#10;&#10;Description automatically generated">
            <a:extLst>
              <a:ext uri="{FF2B5EF4-FFF2-40B4-BE49-F238E27FC236}">
                <a16:creationId xmlns:a16="http://schemas.microsoft.com/office/drawing/2014/main" id="{87EF75F3-CF5B-DFC5-EECF-1A971BE3B17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80975" y="0"/>
            <a:ext cx="1243488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5">
            <a:extLst>
              <a:ext uri="{FF2B5EF4-FFF2-40B4-BE49-F238E27FC236}">
                <a16:creationId xmlns:a16="http://schemas.microsoft.com/office/drawing/2014/main" id="{AAFB7485-2102-455F-D063-DC44D0D2ACC9}"/>
              </a:ext>
            </a:extLst>
          </p:cNvPr>
          <p:cNvSpPr>
            <a:spLocks noGrp="1"/>
          </p:cNvSpPr>
          <p:nvPr>
            <p:ph type="sldNum" sz="quarter" idx="10"/>
          </p:nvPr>
        </p:nvSpPr>
        <p:spPr>
          <a:xfrm>
            <a:off x="11469688" y="6492875"/>
            <a:ext cx="722312" cy="365125"/>
          </a:xfrm>
        </p:spPr>
        <p:txBody>
          <a:bodyPr/>
          <a:lstStyle>
            <a:lvl1pPr algn="ctr">
              <a:defRPr/>
            </a:lvl1pPr>
          </a:lstStyle>
          <a:p>
            <a:pPr>
              <a:defRPr/>
            </a:pPr>
            <a:fld id="{209BB4A4-0083-431A-930A-8C28F4EF41F1}" type="slidenum">
              <a:rPr lang="en-US"/>
              <a:pPr>
                <a:defRPr/>
              </a:pPr>
              <a:t>‹#›</a:t>
            </a:fld>
            <a:endParaRPr lang="en-US" dirty="0"/>
          </a:p>
        </p:txBody>
      </p:sp>
    </p:spTree>
    <p:extLst>
      <p:ext uri="{BB962C8B-B14F-4D97-AF65-F5344CB8AC3E}">
        <p14:creationId xmlns:p14="http://schemas.microsoft.com/office/powerpoint/2010/main" val="19624088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p:bg>
      <p:bgPr>
        <a:gradFill rotWithShape="0">
          <a:gsLst>
            <a:gs pos="0">
              <a:srgbClr val="01092E"/>
            </a:gs>
            <a:gs pos="77000">
              <a:srgbClr val="0D4171"/>
            </a:gs>
            <a:gs pos="100000">
              <a:srgbClr val="115B99"/>
            </a:gs>
          </a:gsLst>
          <a:lin ang="0"/>
        </a:gradFill>
        <a:effectLst/>
      </p:bgPr>
    </p:bg>
    <p:spTree>
      <p:nvGrpSpPr>
        <p:cNvPr id="1" name=""/>
        <p:cNvGrpSpPr/>
        <p:nvPr/>
      </p:nvGrpSpPr>
      <p:grpSpPr>
        <a:xfrm>
          <a:off x="0" y="0"/>
          <a:ext cx="0" cy="0"/>
          <a:chOff x="0" y="0"/>
          <a:chExt cx="0" cy="0"/>
        </a:xfrm>
      </p:grpSpPr>
      <p:pic>
        <p:nvPicPr>
          <p:cNvPr id="3" name="Picture 1">
            <a:extLst>
              <a:ext uri="{FF2B5EF4-FFF2-40B4-BE49-F238E27FC236}">
                <a16:creationId xmlns:a16="http://schemas.microsoft.com/office/drawing/2014/main" id="{6AA2FED8-3D48-3553-BB54-8DD3C71D25B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988"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ED96E423-C2C5-A730-249C-F8E16AA349C5}"/>
              </a:ext>
            </a:extLst>
          </p:cNvPr>
          <p:cNvSpPr/>
          <p:nvPr userDrawn="1"/>
        </p:nvSpPr>
        <p:spPr>
          <a:xfrm rot="10800000">
            <a:off x="27171" y="0"/>
            <a:ext cx="12192000" cy="6858000"/>
          </a:xfrm>
          <a:prstGeom prst="rect">
            <a:avLst/>
          </a:prstGeom>
          <a:gradFill>
            <a:gsLst>
              <a:gs pos="77000">
                <a:srgbClr val="0D4171">
                  <a:alpha val="67266"/>
                </a:srgbClr>
              </a:gs>
              <a:gs pos="100000">
                <a:srgbClr val="115B99">
                  <a:alpha val="25000"/>
                </a:srgbClr>
              </a:gs>
              <a:gs pos="0">
                <a:srgbClr val="01092E">
                  <a:alpha val="4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5" name="Picture 7">
            <a:extLst>
              <a:ext uri="{FF2B5EF4-FFF2-40B4-BE49-F238E27FC236}">
                <a16:creationId xmlns:a16="http://schemas.microsoft.com/office/drawing/2014/main" id="{36C8C6FF-07C1-6873-A6FE-2B63252FBB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953750" y="376238"/>
            <a:ext cx="914400"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68BABE24-3ECB-87F3-5615-EC1E801B0A80}"/>
              </a:ext>
            </a:extLst>
          </p:cNvPr>
          <p:cNvCxnSpPr/>
          <p:nvPr userDrawn="1"/>
        </p:nvCxnSpPr>
        <p:spPr>
          <a:xfrm>
            <a:off x="10934700" y="261938"/>
            <a:ext cx="914400" cy="0"/>
          </a:xfrm>
          <a:prstGeom prst="line">
            <a:avLst/>
          </a:prstGeom>
          <a:ln w="25400" cap="rnd">
            <a:solidFill>
              <a:srgbClr val="F49119"/>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85738" y="203447"/>
            <a:ext cx="10515600" cy="628649"/>
          </a:xfrm>
          <a:prstGeom prst="rect">
            <a:avLst/>
          </a:prstGeom>
        </p:spPr>
        <p:txBody>
          <a:bodyPr/>
          <a:lstStyle>
            <a:lvl1pPr>
              <a:defRPr sz="3600">
                <a:solidFill>
                  <a:schemeClr val="bg1"/>
                </a:solidFill>
                <a:latin typeface="Bahnschrift" panose="020B0502040204020203" pitchFamily="34" charset="0"/>
              </a:defRPr>
            </a:lvl1pPr>
          </a:lstStyle>
          <a:p>
            <a:r>
              <a:rPr lang="en-US" dirty="0"/>
              <a:t>Click to edit Master title style</a:t>
            </a:r>
          </a:p>
        </p:txBody>
      </p:sp>
      <p:sp>
        <p:nvSpPr>
          <p:cNvPr id="7" name="Footer Placeholder 4">
            <a:extLst>
              <a:ext uri="{FF2B5EF4-FFF2-40B4-BE49-F238E27FC236}">
                <a16:creationId xmlns:a16="http://schemas.microsoft.com/office/drawing/2014/main" id="{A883430E-2DCF-8F9C-89F4-348C40620AEA}"/>
              </a:ext>
            </a:extLst>
          </p:cNvPr>
          <p:cNvSpPr>
            <a:spLocks noGrp="1"/>
          </p:cNvSpPr>
          <p:nvPr>
            <p:ph type="ftr" sz="quarter" idx="10"/>
          </p:nvPr>
        </p:nvSpPr>
        <p:spPr>
          <a:xfrm>
            <a:off x="0" y="6492875"/>
            <a:ext cx="4114800" cy="365125"/>
          </a:xfrm>
        </p:spPr>
        <p:txBody>
          <a:bodyPr/>
          <a:lstStyle>
            <a:lvl1pPr algn="l">
              <a:defRPr/>
            </a:lvl1pPr>
          </a:lstStyle>
          <a:p>
            <a:pPr>
              <a:defRPr/>
            </a:pPr>
            <a:endParaRPr lang="en-US"/>
          </a:p>
        </p:txBody>
      </p:sp>
      <p:sp>
        <p:nvSpPr>
          <p:cNvPr id="8" name="Slide Number Placeholder 5">
            <a:extLst>
              <a:ext uri="{FF2B5EF4-FFF2-40B4-BE49-F238E27FC236}">
                <a16:creationId xmlns:a16="http://schemas.microsoft.com/office/drawing/2014/main" id="{4992DA87-F3F4-75FA-D5F9-8F5792CA2C82}"/>
              </a:ext>
            </a:extLst>
          </p:cNvPr>
          <p:cNvSpPr>
            <a:spLocks noGrp="1"/>
          </p:cNvSpPr>
          <p:nvPr>
            <p:ph type="sldNum" sz="quarter" idx="11"/>
          </p:nvPr>
        </p:nvSpPr>
        <p:spPr>
          <a:xfrm>
            <a:off x="11469688" y="6492875"/>
            <a:ext cx="722312" cy="365125"/>
          </a:xfrm>
        </p:spPr>
        <p:txBody>
          <a:bodyPr/>
          <a:lstStyle>
            <a:lvl1pPr algn="ctr">
              <a:defRPr>
                <a:solidFill>
                  <a:schemeClr val="bg1"/>
                </a:solidFill>
              </a:defRPr>
            </a:lvl1pPr>
          </a:lstStyle>
          <a:p>
            <a:pPr>
              <a:defRPr/>
            </a:pPr>
            <a:fld id="{976FD3BF-6627-4C73-B326-16A2F7B5A470}" type="slidenum">
              <a:rPr lang="en-US"/>
              <a:pPr>
                <a:defRPr/>
              </a:pPr>
              <a:t>‹#›</a:t>
            </a:fld>
            <a:endParaRPr lang="en-US" dirty="0"/>
          </a:p>
        </p:txBody>
      </p:sp>
    </p:spTree>
    <p:extLst>
      <p:ext uri="{BB962C8B-B14F-4D97-AF65-F5344CB8AC3E}">
        <p14:creationId xmlns:p14="http://schemas.microsoft.com/office/powerpoint/2010/main" val="20285190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6D3B7D9-34A5-E979-350B-8792DA25A8A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2782" t="12782"/>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0E90D5B7-06E6-D449-203F-6A6A523D1239}"/>
              </a:ext>
            </a:extLst>
          </p:cNvPr>
          <p:cNvSpPr/>
          <p:nvPr userDrawn="1"/>
        </p:nvSpPr>
        <p:spPr>
          <a:xfrm>
            <a:off x="0" y="0"/>
            <a:ext cx="12192000" cy="6858000"/>
          </a:xfrm>
          <a:prstGeom prst="rect">
            <a:avLst/>
          </a:prstGeom>
          <a:gradFill>
            <a:gsLst>
              <a:gs pos="77000">
                <a:srgbClr val="0D4171">
                  <a:alpha val="67266"/>
                </a:srgbClr>
              </a:gs>
              <a:gs pos="100000">
                <a:srgbClr val="115B99">
                  <a:alpha val="25000"/>
                </a:srgbClr>
              </a:gs>
              <a:gs pos="0">
                <a:srgbClr val="01092E">
                  <a:alpha val="4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4" name="Picture 7">
            <a:extLst>
              <a:ext uri="{FF2B5EF4-FFF2-40B4-BE49-F238E27FC236}">
                <a16:creationId xmlns:a16="http://schemas.microsoft.com/office/drawing/2014/main" id="{DC482B29-A1FC-77E8-5E4F-084112756EF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953750" y="376238"/>
            <a:ext cx="914400"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5A570DF1-833E-DB97-FFC9-BE03877A2157}"/>
              </a:ext>
            </a:extLst>
          </p:cNvPr>
          <p:cNvCxnSpPr/>
          <p:nvPr userDrawn="1"/>
        </p:nvCxnSpPr>
        <p:spPr>
          <a:xfrm>
            <a:off x="10934700" y="261938"/>
            <a:ext cx="914400" cy="0"/>
          </a:xfrm>
          <a:prstGeom prst="line">
            <a:avLst/>
          </a:prstGeom>
          <a:ln w="25400" cap="rnd">
            <a:solidFill>
              <a:srgbClr val="F49119"/>
            </a:solidFill>
          </a:ln>
        </p:spPr>
        <p:style>
          <a:lnRef idx="1">
            <a:schemeClr val="accent1"/>
          </a:lnRef>
          <a:fillRef idx="0">
            <a:schemeClr val="accent1"/>
          </a:fillRef>
          <a:effectRef idx="0">
            <a:schemeClr val="accent1"/>
          </a:effectRef>
          <a:fontRef idx="minor">
            <a:schemeClr val="tx1"/>
          </a:fontRef>
        </p:style>
      </p:cxnSp>
      <p:sp>
        <p:nvSpPr>
          <p:cNvPr id="9" name="Title 1"/>
          <p:cNvSpPr>
            <a:spLocks noGrp="1"/>
          </p:cNvSpPr>
          <p:nvPr>
            <p:ph type="title"/>
          </p:nvPr>
        </p:nvSpPr>
        <p:spPr>
          <a:xfrm>
            <a:off x="185738" y="203447"/>
            <a:ext cx="10515600" cy="628649"/>
          </a:xfrm>
          <a:prstGeom prst="rect">
            <a:avLst/>
          </a:prstGeom>
        </p:spPr>
        <p:txBody>
          <a:bodyPr/>
          <a:lstStyle>
            <a:lvl1pPr>
              <a:defRPr sz="3600">
                <a:solidFill>
                  <a:schemeClr val="bg1"/>
                </a:solidFill>
                <a:latin typeface="Bahnschrift" panose="020B0502040204020203" pitchFamily="34" charset="0"/>
              </a:defRPr>
            </a:lvl1pPr>
          </a:lstStyle>
          <a:p>
            <a:r>
              <a:rPr lang="en-US" dirty="0"/>
              <a:t>Click to edit Master title style</a:t>
            </a:r>
          </a:p>
        </p:txBody>
      </p:sp>
      <p:sp>
        <p:nvSpPr>
          <p:cNvPr id="6" name="Footer Placeholder 4">
            <a:extLst>
              <a:ext uri="{FF2B5EF4-FFF2-40B4-BE49-F238E27FC236}">
                <a16:creationId xmlns:a16="http://schemas.microsoft.com/office/drawing/2014/main" id="{E2A16CEA-6702-E195-D199-B8D3FB316806}"/>
              </a:ext>
            </a:extLst>
          </p:cNvPr>
          <p:cNvSpPr>
            <a:spLocks noGrp="1"/>
          </p:cNvSpPr>
          <p:nvPr>
            <p:ph type="ftr" sz="quarter" idx="10"/>
          </p:nvPr>
        </p:nvSpPr>
        <p:spPr>
          <a:xfrm>
            <a:off x="0" y="6492875"/>
            <a:ext cx="4114800" cy="365125"/>
          </a:xfrm>
        </p:spPr>
        <p:txBody>
          <a:bodyPr/>
          <a:lstStyle>
            <a:lvl1pPr algn="l">
              <a:defRPr/>
            </a:lvl1pPr>
          </a:lstStyle>
          <a:p>
            <a:pPr>
              <a:defRPr/>
            </a:pPr>
            <a:endParaRPr lang="en-US"/>
          </a:p>
        </p:txBody>
      </p:sp>
      <p:sp>
        <p:nvSpPr>
          <p:cNvPr id="7" name="Slide Number Placeholder 5">
            <a:extLst>
              <a:ext uri="{FF2B5EF4-FFF2-40B4-BE49-F238E27FC236}">
                <a16:creationId xmlns:a16="http://schemas.microsoft.com/office/drawing/2014/main" id="{697BA39F-51EA-4F3E-F46F-6385FDF2EDF8}"/>
              </a:ext>
            </a:extLst>
          </p:cNvPr>
          <p:cNvSpPr>
            <a:spLocks noGrp="1"/>
          </p:cNvSpPr>
          <p:nvPr>
            <p:ph type="sldNum" sz="quarter" idx="11"/>
          </p:nvPr>
        </p:nvSpPr>
        <p:spPr>
          <a:xfrm>
            <a:off x="11469688" y="6492875"/>
            <a:ext cx="722312" cy="365125"/>
          </a:xfrm>
        </p:spPr>
        <p:txBody>
          <a:bodyPr/>
          <a:lstStyle>
            <a:lvl1pPr algn="ctr">
              <a:defRPr>
                <a:solidFill>
                  <a:schemeClr val="bg1"/>
                </a:solidFill>
              </a:defRPr>
            </a:lvl1pPr>
          </a:lstStyle>
          <a:p>
            <a:pPr>
              <a:defRPr/>
            </a:pPr>
            <a:fld id="{1EA50446-0582-4DF5-80C2-352919A71A9D}" type="slidenum">
              <a:rPr lang="en-US"/>
              <a:pPr>
                <a:defRPr/>
              </a:pPr>
              <a:t>‹#›</a:t>
            </a:fld>
            <a:endParaRPr lang="en-US" dirty="0"/>
          </a:p>
        </p:txBody>
      </p:sp>
    </p:spTree>
    <p:extLst>
      <p:ext uri="{BB962C8B-B14F-4D97-AF65-F5344CB8AC3E}">
        <p14:creationId xmlns:p14="http://schemas.microsoft.com/office/powerpoint/2010/main" val="40041200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3D3010A-F65C-9A08-FB4A-08C07007031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12192000"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AA532B9D-14EE-5D1E-5C61-25F48D2961A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953750" y="376238"/>
            <a:ext cx="914400"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Straight Connector 3">
            <a:extLst>
              <a:ext uri="{FF2B5EF4-FFF2-40B4-BE49-F238E27FC236}">
                <a16:creationId xmlns:a16="http://schemas.microsoft.com/office/drawing/2014/main" id="{C69212EA-851A-AE0D-4C87-8ECD923E9EEF}"/>
              </a:ext>
            </a:extLst>
          </p:cNvPr>
          <p:cNvCxnSpPr/>
          <p:nvPr userDrawn="1"/>
        </p:nvCxnSpPr>
        <p:spPr>
          <a:xfrm>
            <a:off x="10934700" y="261938"/>
            <a:ext cx="914400" cy="0"/>
          </a:xfrm>
          <a:prstGeom prst="line">
            <a:avLst/>
          </a:prstGeom>
          <a:ln w="25400" cap="rnd">
            <a:solidFill>
              <a:srgbClr val="F49119"/>
            </a:solidFill>
          </a:ln>
        </p:spPr>
        <p:style>
          <a:lnRef idx="1">
            <a:schemeClr val="accent1"/>
          </a:lnRef>
          <a:fillRef idx="0">
            <a:schemeClr val="accent1"/>
          </a:fillRef>
          <a:effectRef idx="0">
            <a:schemeClr val="accent1"/>
          </a:effectRef>
          <a:fontRef idx="minor">
            <a:schemeClr val="tx1"/>
          </a:fontRef>
        </p:style>
      </p:cxnSp>
      <p:sp>
        <p:nvSpPr>
          <p:cNvPr id="9" name="Title 1"/>
          <p:cNvSpPr>
            <a:spLocks noGrp="1"/>
          </p:cNvSpPr>
          <p:nvPr>
            <p:ph type="title"/>
          </p:nvPr>
        </p:nvSpPr>
        <p:spPr>
          <a:xfrm>
            <a:off x="185738" y="203447"/>
            <a:ext cx="10515600" cy="628649"/>
          </a:xfrm>
          <a:prstGeom prst="rect">
            <a:avLst/>
          </a:prstGeom>
        </p:spPr>
        <p:txBody>
          <a:bodyPr/>
          <a:lstStyle>
            <a:lvl1pPr>
              <a:defRPr sz="3600">
                <a:solidFill>
                  <a:schemeClr val="bg1"/>
                </a:solidFill>
                <a:latin typeface="Bahnschrift" panose="020B0502040204020203" pitchFamily="34" charset="0"/>
              </a:defRPr>
            </a:lvl1pPr>
          </a:lstStyle>
          <a:p>
            <a:r>
              <a:rPr lang="en-US" dirty="0"/>
              <a:t>Click to edit Master title style</a:t>
            </a:r>
          </a:p>
        </p:txBody>
      </p:sp>
      <p:sp>
        <p:nvSpPr>
          <p:cNvPr id="5" name="Footer Placeholder 4">
            <a:extLst>
              <a:ext uri="{FF2B5EF4-FFF2-40B4-BE49-F238E27FC236}">
                <a16:creationId xmlns:a16="http://schemas.microsoft.com/office/drawing/2014/main" id="{C89BD0F7-6DC3-8764-3FD5-C49EC6531753}"/>
              </a:ext>
            </a:extLst>
          </p:cNvPr>
          <p:cNvSpPr>
            <a:spLocks noGrp="1"/>
          </p:cNvSpPr>
          <p:nvPr>
            <p:ph type="ftr" sz="quarter" idx="10"/>
          </p:nvPr>
        </p:nvSpPr>
        <p:spPr>
          <a:xfrm>
            <a:off x="0" y="6492875"/>
            <a:ext cx="4114800" cy="365125"/>
          </a:xfrm>
        </p:spPr>
        <p:txBody>
          <a:bodyPr/>
          <a:lstStyle>
            <a:lvl1pPr algn="l">
              <a:defRPr/>
            </a:lvl1pPr>
          </a:lstStyle>
          <a:p>
            <a:pPr>
              <a:defRPr/>
            </a:pPr>
            <a:endParaRPr lang="en-US"/>
          </a:p>
        </p:txBody>
      </p:sp>
      <p:sp>
        <p:nvSpPr>
          <p:cNvPr id="6" name="Slide Number Placeholder 5">
            <a:extLst>
              <a:ext uri="{FF2B5EF4-FFF2-40B4-BE49-F238E27FC236}">
                <a16:creationId xmlns:a16="http://schemas.microsoft.com/office/drawing/2014/main" id="{B5B79206-68B8-6CB1-7814-A923061590D6}"/>
              </a:ext>
            </a:extLst>
          </p:cNvPr>
          <p:cNvSpPr>
            <a:spLocks noGrp="1"/>
          </p:cNvSpPr>
          <p:nvPr>
            <p:ph type="sldNum" sz="quarter" idx="11"/>
          </p:nvPr>
        </p:nvSpPr>
        <p:spPr>
          <a:xfrm>
            <a:off x="11469688" y="6492875"/>
            <a:ext cx="722312" cy="365125"/>
          </a:xfrm>
        </p:spPr>
        <p:txBody>
          <a:bodyPr/>
          <a:lstStyle>
            <a:lvl1pPr algn="ctr">
              <a:defRPr>
                <a:solidFill>
                  <a:schemeClr val="bg1"/>
                </a:solidFill>
              </a:defRPr>
            </a:lvl1pPr>
          </a:lstStyle>
          <a:p>
            <a:pPr>
              <a:defRPr/>
            </a:pPr>
            <a:fld id="{A77880A1-1EE6-47F1-8A96-D20ACC75C9BE}" type="slidenum">
              <a:rPr lang="en-US"/>
              <a:pPr>
                <a:defRPr/>
              </a:pPr>
              <a:t>‹#›</a:t>
            </a:fld>
            <a:endParaRPr lang="en-US" dirty="0"/>
          </a:p>
        </p:txBody>
      </p:sp>
    </p:spTree>
    <p:extLst>
      <p:ext uri="{BB962C8B-B14F-4D97-AF65-F5344CB8AC3E}">
        <p14:creationId xmlns:p14="http://schemas.microsoft.com/office/powerpoint/2010/main" val="18321821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A9116A2-D256-0348-F504-4E3A67CA516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r="12782" b="12782"/>
          <a:stretch>
            <a:fillRect/>
          </a:stretch>
        </p:blipFill>
        <p:spPr bwMode="auto">
          <a:xfrm>
            <a:off x="-1588" y="0"/>
            <a:ext cx="12192001"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95AA15CE-071C-93D6-9FBF-E1136353936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953750" y="376238"/>
            <a:ext cx="914400"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Straight Connector 3">
            <a:extLst>
              <a:ext uri="{FF2B5EF4-FFF2-40B4-BE49-F238E27FC236}">
                <a16:creationId xmlns:a16="http://schemas.microsoft.com/office/drawing/2014/main" id="{95548C2F-0FD4-24D5-97FA-14119C7EB06A}"/>
              </a:ext>
            </a:extLst>
          </p:cNvPr>
          <p:cNvCxnSpPr/>
          <p:nvPr userDrawn="1"/>
        </p:nvCxnSpPr>
        <p:spPr>
          <a:xfrm>
            <a:off x="10934700" y="261938"/>
            <a:ext cx="914400" cy="0"/>
          </a:xfrm>
          <a:prstGeom prst="line">
            <a:avLst/>
          </a:prstGeom>
          <a:ln w="25400" cap="rnd">
            <a:solidFill>
              <a:srgbClr val="F49119"/>
            </a:solidFill>
          </a:ln>
        </p:spPr>
        <p:style>
          <a:lnRef idx="1">
            <a:schemeClr val="accent1"/>
          </a:lnRef>
          <a:fillRef idx="0">
            <a:schemeClr val="accent1"/>
          </a:fillRef>
          <a:effectRef idx="0">
            <a:schemeClr val="accent1"/>
          </a:effectRef>
          <a:fontRef idx="minor">
            <a:schemeClr val="tx1"/>
          </a:fontRef>
        </p:style>
      </p:cxnSp>
      <p:sp>
        <p:nvSpPr>
          <p:cNvPr id="12" name="Title 1"/>
          <p:cNvSpPr>
            <a:spLocks noGrp="1"/>
          </p:cNvSpPr>
          <p:nvPr>
            <p:ph type="title"/>
          </p:nvPr>
        </p:nvSpPr>
        <p:spPr>
          <a:xfrm>
            <a:off x="185738" y="203447"/>
            <a:ext cx="10515600" cy="628649"/>
          </a:xfrm>
          <a:prstGeom prst="rect">
            <a:avLst/>
          </a:prstGeom>
        </p:spPr>
        <p:txBody>
          <a:bodyPr/>
          <a:lstStyle>
            <a:lvl1pPr>
              <a:defRPr sz="3600">
                <a:solidFill>
                  <a:schemeClr val="bg1"/>
                </a:solidFill>
                <a:latin typeface="Bahnschrift" panose="020B0502040204020203" pitchFamily="34" charset="0"/>
              </a:defRPr>
            </a:lvl1pPr>
          </a:lstStyle>
          <a:p>
            <a:r>
              <a:rPr lang="en-US" dirty="0"/>
              <a:t>Click to edit Master title style</a:t>
            </a:r>
          </a:p>
        </p:txBody>
      </p:sp>
      <p:sp>
        <p:nvSpPr>
          <p:cNvPr id="5" name="Footer Placeholder 4">
            <a:extLst>
              <a:ext uri="{FF2B5EF4-FFF2-40B4-BE49-F238E27FC236}">
                <a16:creationId xmlns:a16="http://schemas.microsoft.com/office/drawing/2014/main" id="{D80D4B8F-23F0-FC89-DAED-5C82A4B058A6}"/>
              </a:ext>
            </a:extLst>
          </p:cNvPr>
          <p:cNvSpPr>
            <a:spLocks noGrp="1"/>
          </p:cNvSpPr>
          <p:nvPr>
            <p:ph type="ftr" sz="quarter" idx="10"/>
          </p:nvPr>
        </p:nvSpPr>
        <p:spPr>
          <a:xfrm>
            <a:off x="0" y="6492875"/>
            <a:ext cx="4114800" cy="365125"/>
          </a:xfrm>
        </p:spPr>
        <p:txBody>
          <a:bodyPr/>
          <a:lstStyle>
            <a:lvl1pPr algn="l">
              <a:defRPr/>
            </a:lvl1pPr>
          </a:lstStyle>
          <a:p>
            <a:pPr>
              <a:defRPr/>
            </a:pPr>
            <a:endParaRPr lang="en-US"/>
          </a:p>
        </p:txBody>
      </p:sp>
      <p:sp>
        <p:nvSpPr>
          <p:cNvPr id="6" name="Slide Number Placeholder 5">
            <a:extLst>
              <a:ext uri="{FF2B5EF4-FFF2-40B4-BE49-F238E27FC236}">
                <a16:creationId xmlns:a16="http://schemas.microsoft.com/office/drawing/2014/main" id="{F1675658-AFB5-96B0-F031-2E5042BED866}"/>
              </a:ext>
            </a:extLst>
          </p:cNvPr>
          <p:cNvSpPr>
            <a:spLocks noGrp="1"/>
          </p:cNvSpPr>
          <p:nvPr>
            <p:ph type="sldNum" sz="quarter" idx="11"/>
          </p:nvPr>
        </p:nvSpPr>
        <p:spPr>
          <a:xfrm>
            <a:off x="11469688" y="6492875"/>
            <a:ext cx="722312" cy="365125"/>
          </a:xfrm>
        </p:spPr>
        <p:txBody>
          <a:bodyPr/>
          <a:lstStyle>
            <a:lvl1pPr algn="ctr">
              <a:defRPr>
                <a:solidFill>
                  <a:schemeClr val="bg1"/>
                </a:solidFill>
              </a:defRPr>
            </a:lvl1pPr>
          </a:lstStyle>
          <a:p>
            <a:pPr>
              <a:defRPr/>
            </a:pPr>
            <a:fld id="{56F5819A-F9FC-44F2-ACA5-7EFC26E8E5E2}" type="slidenum">
              <a:rPr lang="en-US"/>
              <a:pPr>
                <a:defRPr/>
              </a:pPr>
              <a:t>‹#›</a:t>
            </a:fld>
            <a:endParaRPr lang="en-US" dirty="0"/>
          </a:p>
        </p:txBody>
      </p:sp>
    </p:spTree>
    <p:extLst>
      <p:ext uri="{BB962C8B-B14F-4D97-AF65-F5344CB8AC3E}">
        <p14:creationId xmlns:p14="http://schemas.microsoft.com/office/powerpoint/2010/main" val="10718993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DDE272B-7D36-F050-ED64-2B5CD4583F4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988"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A156FB23-79C0-930B-5870-112B3DD00B3D}"/>
              </a:ext>
            </a:extLst>
          </p:cNvPr>
          <p:cNvSpPr/>
          <p:nvPr userDrawn="1"/>
        </p:nvSpPr>
        <p:spPr>
          <a:xfrm rot="10800000">
            <a:off x="-1404" y="0"/>
            <a:ext cx="12192000" cy="6858000"/>
          </a:xfrm>
          <a:prstGeom prst="rect">
            <a:avLst/>
          </a:prstGeom>
          <a:gradFill>
            <a:gsLst>
              <a:gs pos="77000">
                <a:srgbClr val="0D4171">
                  <a:alpha val="67266"/>
                </a:srgbClr>
              </a:gs>
              <a:gs pos="100000">
                <a:srgbClr val="115B99">
                  <a:alpha val="25000"/>
                </a:srgbClr>
              </a:gs>
              <a:gs pos="0">
                <a:srgbClr val="01092E">
                  <a:alpha val="4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4" name="Picture 7">
            <a:extLst>
              <a:ext uri="{FF2B5EF4-FFF2-40B4-BE49-F238E27FC236}">
                <a16:creationId xmlns:a16="http://schemas.microsoft.com/office/drawing/2014/main" id="{6CD0F139-6354-4164-14A6-F5AB4BC1E088}"/>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953750" y="376238"/>
            <a:ext cx="914400"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1B038CBD-7E72-A772-45AD-45F2A3B9BB01}"/>
              </a:ext>
            </a:extLst>
          </p:cNvPr>
          <p:cNvCxnSpPr/>
          <p:nvPr userDrawn="1"/>
        </p:nvCxnSpPr>
        <p:spPr>
          <a:xfrm>
            <a:off x="10934700" y="261938"/>
            <a:ext cx="914400" cy="0"/>
          </a:xfrm>
          <a:prstGeom prst="line">
            <a:avLst/>
          </a:prstGeom>
          <a:ln w="25400" cap="rnd">
            <a:solidFill>
              <a:srgbClr val="F49119"/>
            </a:solidFill>
          </a:ln>
        </p:spPr>
        <p:style>
          <a:lnRef idx="1">
            <a:schemeClr val="accent1"/>
          </a:lnRef>
          <a:fillRef idx="0">
            <a:schemeClr val="accent1"/>
          </a:fillRef>
          <a:effectRef idx="0">
            <a:schemeClr val="accent1"/>
          </a:effectRef>
          <a:fontRef idx="minor">
            <a:schemeClr val="tx1"/>
          </a:fontRef>
        </p:style>
      </p:cxnSp>
      <p:sp>
        <p:nvSpPr>
          <p:cNvPr id="13" name="Title 1"/>
          <p:cNvSpPr>
            <a:spLocks noGrp="1"/>
          </p:cNvSpPr>
          <p:nvPr>
            <p:ph type="title"/>
          </p:nvPr>
        </p:nvSpPr>
        <p:spPr>
          <a:xfrm>
            <a:off x="185738" y="203447"/>
            <a:ext cx="10515600" cy="628649"/>
          </a:xfrm>
          <a:prstGeom prst="rect">
            <a:avLst/>
          </a:prstGeom>
        </p:spPr>
        <p:txBody>
          <a:bodyPr/>
          <a:lstStyle>
            <a:lvl1pPr>
              <a:defRPr sz="3600">
                <a:solidFill>
                  <a:schemeClr val="bg1"/>
                </a:solidFill>
                <a:latin typeface="Neue Haas Grotesk Text Pro" panose="020B0504020202020204" pitchFamily="34" charset="0"/>
              </a:defRPr>
            </a:lvl1pPr>
          </a:lstStyle>
          <a:p>
            <a:r>
              <a:rPr lang="en-US" dirty="0"/>
              <a:t>Click to edit Master title style</a:t>
            </a:r>
          </a:p>
        </p:txBody>
      </p:sp>
      <p:sp>
        <p:nvSpPr>
          <p:cNvPr id="6" name="Footer Placeholder 4">
            <a:extLst>
              <a:ext uri="{FF2B5EF4-FFF2-40B4-BE49-F238E27FC236}">
                <a16:creationId xmlns:a16="http://schemas.microsoft.com/office/drawing/2014/main" id="{00DF1FE5-5B58-E4D0-3C91-7DACDB2D0CF4}"/>
              </a:ext>
            </a:extLst>
          </p:cNvPr>
          <p:cNvSpPr>
            <a:spLocks noGrp="1"/>
          </p:cNvSpPr>
          <p:nvPr>
            <p:ph type="ftr" sz="quarter" idx="10"/>
          </p:nvPr>
        </p:nvSpPr>
        <p:spPr>
          <a:xfrm>
            <a:off x="0" y="6492875"/>
            <a:ext cx="4114800" cy="365125"/>
          </a:xfrm>
        </p:spPr>
        <p:txBody>
          <a:bodyPr/>
          <a:lstStyle>
            <a:lvl1pPr algn="l">
              <a:defRPr/>
            </a:lvl1pPr>
          </a:lstStyle>
          <a:p>
            <a:pPr>
              <a:defRPr/>
            </a:pPr>
            <a:endParaRPr lang="en-US"/>
          </a:p>
        </p:txBody>
      </p:sp>
      <p:sp>
        <p:nvSpPr>
          <p:cNvPr id="7" name="Slide Number Placeholder 5">
            <a:extLst>
              <a:ext uri="{FF2B5EF4-FFF2-40B4-BE49-F238E27FC236}">
                <a16:creationId xmlns:a16="http://schemas.microsoft.com/office/drawing/2014/main" id="{A5D8E607-D74D-8589-5269-8626EAA44AD5}"/>
              </a:ext>
            </a:extLst>
          </p:cNvPr>
          <p:cNvSpPr>
            <a:spLocks noGrp="1"/>
          </p:cNvSpPr>
          <p:nvPr>
            <p:ph type="sldNum" sz="quarter" idx="11"/>
          </p:nvPr>
        </p:nvSpPr>
        <p:spPr>
          <a:xfrm>
            <a:off x="11469688" y="6492875"/>
            <a:ext cx="722312" cy="365125"/>
          </a:xfrm>
        </p:spPr>
        <p:txBody>
          <a:bodyPr/>
          <a:lstStyle>
            <a:lvl1pPr algn="ctr">
              <a:defRPr>
                <a:solidFill>
                  <a:schemeClr val="bg1"/>
                </a:solidFill>
              </a:defRPr>
            </a:lvl1pPr>
          </a:lstStyle>
          <a:p>
            <a:pPr>
              <a:defRPr/>
            </a:pPr>
            <a:fld id="{9FD57B2E-EA45-4452-B01F-66757B75EE77}" type="slidenum">
              <a:rPr lang="en-US"/>
              <a:pPr>
                <a:defRPr/>
              </a:pPr>
              <a:t>‹#›</a:t>
            </a:fld>
            <a:endParaRPr lang="en-US" dirty="0"/>
          </a:p>
        </p:txBody>
      </p:sp>
    </p:spTree>
    <p:extLst>
      <p:ext uri="{BB962C8B-B14F-4D97-AF65-F5344CB8AC3E}">
        <p14:creationId xmlns:p14="http://schemas.microsoft.com/office/powerpoint/2010/main" val="10798280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3">
            <a:extLst>
              <a:ext uri="{FF2B5EF4-FFF2-40B4-BE49-F238E27FC236}">
                <a16:creationId xmlns:a16="http://schemas.microsoft.com/office/drawing/2014/main" id="{DBFEFED6-48E1-D6D5-F6E7-DE52766924A5}"/>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a16="http://schemas.microsoft.com/office/drawing/2014/main" id="{ED04A102-AE6A-C78F-D791-53D1F9CB5DB6}"/>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125E8DC6-4586-8CF1-AF78-D2FFC2376DD9}"/>
              </a:ext>
            </a:extLst>
          </p:cNvPr>
          <p:cNvSpPr>
            <a:spLocks noGrp="1"/>
          </p:cNvSpPr>
          <p:nvPr>
            <p:ph type="sldNum" sz="quarter" idx="12"/>
          </p:nvPr>
        </p:nvSpPr>
        <p:spPr/>
        <p:txBody>
          <a:bodyPr/>
          <a:lstStyle>
            <a:lvl1pPr>
              <a:defRPr/>
            </a:lvl1pPr>
          </a:lstStyle>
          <a:p>
            <a:pPr>
              <a:defRPr/>
            </a:pPr>
            <a:fld id="{C9E04846-2536-44F4-B9C8-60C987E14937}" type="slidenum">
              <a:rPr lang="en-US"/>
              <a:pPr>
                <a:defRPr/>
              </a:pPr>
              <a:t>‹#›</a:t>
            </a:fld>
            <a:endParaRPr lang="en-US"/>
          </a:p>
        </p:txBody>
      </p:sp>
    </p:spTree>
    <p:extLst>
      <p:ext uri="{BB962C8B-B14F-4D97-AF65-F5344CB8AC3E}">
        <p14:creationId xmlns:p14="http://schemas.microsoft.com/office/powerpoint/2010/main" val="33196336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436011-D612-9D9B-11F6-A511C0C02D2F}"/>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E09107D9-9F1F-4533-AF12-AA3D83A9917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76EF27B-759F-7998-0DE1-C6E263E6855F}"/>
              </a:ext>
            </a:extLst>
          </p:cNvPr>
          <p:cNvSpPr>
            <a:spLocks noGrp="1"/>
          </p:cNvSpPr>
          <p:nvPr>
            <p:ph type="sldNum" sz="quarter" idx="12"/>
          </p:nvPr>
        </p:nvSpPr>
        <p:spPr/>
        <p:txBody>
          <a:bodyPr/>
          <a:lstStyle>
            <a:lvl1pPr>
              <a:defRPr/>
            </a:lvl1pPr>
          </a:lstStyle>
          <a:p>
            <a:pPr>
              <a:defRPr/>
            </a:pPr>
            <a:fld id="{E5407751-FA97-4068-828E-0052932D4F0E}" type="slidenum">
              <a:rPr lang="en-US"/>
              <a:pPr>
                <a:defRPr/>
              </a:pPr>
              <a:t>‹#›</a:t>
            </a:fld>
            <a:endParaRPr lang="en-US"/>
          </a:p>
        </p:txBody>
      </p:sp>
    </p:spTree>
    <p:extLst>
      <p:ext uri="{BB962C8B-B14F-4D97-AF65-F5344CB8AC3E}">
        <p14:creationId xmlns:p14="http://schemas.microsoft.com/office/powerpoint/2010/main" val="24823613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5FC6182B-7C5F-38DC-B896-66961C8F42B2}"/>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1EED9F3F-D7C2-7148-8569-497B35E3610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398E0DC-A70A-A345-5F6D-2BD81A0548D8}"/>
              </a:ext>
            </a:extLst>
          </p:cNvPr>
          <p:cNvSpPr>
            <a:spLocks noGrp="1"/>
          </p:cNvSpPr>
          <p:nvPr>
            <p:ph type="sldNum" sz="quarter" idx="12"/>
          </p:nvPr>
        </p:nvSpPr>
        <p:spPr/>
        <p:txBody>
          <a:bodyPr/>
          <a:lstStyle>
            <a:lvl1pPr>
              <a:defRPr/>
            </a:lvl1pPr>
          </a:lstStyle>
          <a:p>
            <a:pPr>
              <a:defRPr/>
            </a:pPr>
            <a:fld id="{33738030-5BDE-47F2-9D7D-EF6C01CFA373}" type="slidenum">
              <a:rPr lang="en-US"/>
              <a:pPr>
                <a:defRPr/>
              </a:pPr>
              <a:t>‹#›</a:t>
            </a:fld>
            <a:endParaRPr lang="en-US"/>
          </a:p>
        </p:txBody>
      </p:sp>
    </p:spTree>
    <p:extLst>
      <p:ext uri="{BB962C8B-B14F-4D97-AF65-F5344CB8AC3E}">
        <p14:creationId xmlns:p14="http://schemas.microsoft.com/office/powerpoint/2010/main" val="31722864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A1BF164F-1DB5-8637-B56B-BEB66356A46B}"/>
              </a:ext>
            </a:extLst>
          </p:cNvPr>
          <p:cNvSpPr>
            <a:spLocks noGrp="1"/>
          </p:cNvSpPr>
          <p:nvPr>
            <p:ph type="dt" sz="half" idx="10"/>
          </p:nvPr>
        </p:nvSpPr>
        <p:spPr/>
        <p:txBody>
          <a:bodyPr/>
          <a:lstStyle>
            <a:lvl1pPr>
              <a:defRPr/>
            </a:lvl1pPr>
          </a:lstStyle>
          <a:p>
            <a:pPr>
              <a:defRPr/>
            </a:pPr>
            <a:endParaRPr lang="en-US"/>
          </a:p>
        </p:txBody>
      </p:sp>
      <p:sp>
        <p:nvSpPr>
          <p:cNvPr id="8" name="Footer Placeholder 4">
            <a:extLst>
              <a:ext uri="{FF2B5EF4-FFF2-40B4-BE49-F238E27FC236}">
                <a16:creationId xmlns:a16="http://schemas.microsoft.com/office/drawing/2014/main" id="{4FBCFC50-4E14-8CF0-1B92-763A68E486F4}"/>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901C3380-ABBD-F2B0-2C84-4922E17429DF}"/>
              </a:ext>
            </a:extLst>
          </p:cNvPr>
          <p:cNvSpPr>
            <a:spLocks noGrp="1"/>
          </p:cNvSpPr>
          <p:nvPr>
            <p:ph type="sldNum" sz="quarter" idx="12"/>
          </p:nvPr>
        </p:nvSpPr>
        <p:spPr/>
        <p:txBody>
          <a:bodyPr/>
          <a:lstStyle>
            <a:lvl1pPr>
              <a:defRPr/>
            </a:lvl1pPr>
          </a:lstStyle>
          <a:p>
            <a:pPr>
              <a:defRPr/>
            </a:pPr>
            <a:fld id="{BC56EB4C-29B6-49D4-9E00-2D5DBA553DF5}" type="slidenum">
              <a:rPr lang="en-US"/>
              <a:pPr>
                <a:defRPr/>
              </a:pPr>
              <a:t>‹#›</a:t>
            </a:fld>
            <a:endParaRPr lang="en-US"/>
          </a:p>
        </p:txBody>
      </p:sp>
    </p:spTree>
    <p:extLst>
      <p:ext uri="{BB962C8B-B14F-4D97-AF65-F5344CB8AC3E}">
        <p14:creationId xmlns:p14="http://schemas.microsoft.com/office/powerpoint/2010/main" val="8905543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3">
            <a:extLst>
              <a:ext uri="{FF2B5EF4-FFF2-40B4-BE49-F238E27FC236}">
                <a16:creationId xmlns:a16="http://schemas.microsoft.com/office/drawing/2014/main" id="{B7716D9D-658E-4BF4-9DBB-C50502742810}"/>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a16="http://schemas.microsoft.com/office/drawing/2014/main" id="{EAB13630-3BA2-7D44-6BBA-4BD85163D71B}"/>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3029A147-8168-35B5-EE25-1486E47D2DE7}"/>
              </a:ext>
            </a:extLst>
          </p:cNvPr>
          <p:cNvSpPr>
            <a:spLocks noGrp="1"/>
          </p:cNvSpPr>
          <p:nvPr>
            <p:ph type="sldNum" sz="quarter" idx="12"/>
          </p:nvPr>
        </p:nvSpPr>
        <p:spPr/>
        <p:txBody>
          <a:bodyPr/>
          <a:lstStyle>
            <a:lvl1pPr>
              <a:defRPr/>
            </a:lvl1pPr>
          </a:lstStyle>
          <a:p>
            <a:pPr>
              <a:defRPr/>
            </a:pPr>
            <a:fld id="{B9803B1F-D82B-407D-B767-A00C0F8B1230}" type="slidenum">
              <a:rPr lang="en-US"/>
              <a:pPr>
                <a:defRPr/>
              </a:pPr>
              <a:t>‹#›</a:t>
            </a:fld>
            <a:endParaRPr lang="en-US"/>
          </a:p>
        </p:txBody>
      </p:sp>
    </p:spTree>
    <p:extLst>
      <p:ext uri="{BB962C8B-B14F-4D97-AF65-F5344CB8AC3E}">
        <p14:creationId xmlns:p14="http://schemas.microsoft.com/office/powerpoint/2010/main" val="17256987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BB9F4B66-D15F-B614-3521-2ABFC9FA8839}"/>
              </a:ext>
            </a:extLst>
          </p:cNvPr>
          <p:cNvSpPr>
            <a:spLocks noGrp="1"/>
          </p:cNvSpPr>
          <p:nvPr>
            <p:ph type="dt" sz="half" idx="10"/>
          </p:nvPr>
        </p:nvSpPr>
        <p:spPr/>
        <p:txBody>
          <a:bodyPr/>
          <a:lstStyle>
            <a:lvl1pPr>
              <a:defRPr/>
            </a:lvl1pPr>
          </a:lstStyle>
          <a:p>
            <a:pPr>
              <a:defRPr/>
            </a:pPr>
            <a:endParaRPr lang="en-US"/>
          </a:p>
        </p:txBody>
      </p:sp>
      <p:sp>
        <p:nvSpPr>
          <p:cNvPr id="3" name="Footer Placeholder 4">
            <a:extLst>
              <a:ext uri="{FF2B5EF4-FFF2-40B4-BE49-F238E27FC236}">
                <a16:creationId xmlns:a16="http://schemas.microsoft.com/office/drawing/2014/main" id="{AE57685B-1F7F-EA3B-5E54-62D8CA1D65E3}"/>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8FAA51B4-3492-EB57-C091-DD80319FFA6F}"/>
              </a:ext>
            </a:extLst>
          </p:cNvPr>
          <p:cNvSpPr>
            <a:spLocks noGrp="1"/>
          </p:cNvSpPr>
          <p:nvPr>
            <p:ph type="sldNum" sz="quarter" idx="12"/>
          </p:nvPr>
        </p:nvSpPr>
        <p:spPr/>
        <p:txBody>
          <a:bodyPr/>
          <a:lstStyle>
            <a:lvl1pPr>
              <a:defRPr/>
            </a:lvl1pPr>
          </a:lstStyle>
          <a:p>
            <a:pPr>
              <a:defRPr/>
            </a:pPr>
            <a:fld id="{52425E51-1F8D-4B3C-A070-31F2C23196EA}" type="slidenum">
              <a:rPr lang="en-US"/>
              <a:pPr>
                <a:defRPr/>
              </a:pPr>
              <a:t>‹#›</a:t>
            </a:fld>
            <a:endParaRPr lang="en-US"/>
          </a:p>
        </p:txBody>
      </p:sp>
    </p:spTree>
    <p:extLst>
      <p:ext uri="{BB962C8B-B14F-4D97-AF65-F5344CB8AC3E}">
        <p14:creationId xmlns:p14="http://schemas.microsoft.com/office/powerpoint/2010/main" val="253168430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28F163C3-49D5-AA96-8196-A56DA019A6F1}"/>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099C8311-1FFB-2B62-4333-CA31F85D2A2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65648D95-4227-6624-1558-EF0CCD147A4F}"/>
              </a:ext>
            </a:extLst>
          </p:cNvPr>
          <p:cNvSpPr>
            <a:spLocks noGrp="1"/>
          </p:cNvSpPr>
          <p:nvPr>
            <p:ph type="sldNum" sz="quarter" idx="12"/>
          </p:nvPr>
        </p:nvSpPr>
        <p:spPr/>
        <p:txBody>
          <a:bodyPr/>
          <a:lstStyle>
            <a:lvl1pPr>
              <a:defRPr/>
            </a:lvl1pPr>
          </a:lstStyle>
          <a:p>
            <a:pPr>
              <a:defRPr/>
            </a:pPr>
            <a:fld id="{6E1F0B6D-5A97-4169-AF05-D2227ACCBBFF}" type="slidenum">
              <a:rPr lang="en-US"/>
              <a:pPr>
                <a:defRPr/>
              </a:pPr>
              <a:t>‹#›</a:t>
            </a:fld>
            <a:endParaRPr lang="en-US"/>
          </a:p>
        </p:txBody>
      </p:sp>
    </p:spTree>
    <p:extLst>
      <p:ext uri="{BB962C8B-B14F-4D97-AF65-F5344CB8AC3E}">
        <p14:creationId xmlns:p14="http://schemas.microsoft.com/office/powerpoint/2010/main" val="42565509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021FFDF8-6042-2682-604A-F8111B7DAAFA}"/>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D59A1028-2500-D001-7FA6-77E8DD20C90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A166251-46A8-FBAA-A6BB-3651F862F1D1}"/>
              </a:ext>
            </a:extLst>
          </p:cNvPr>
          <p:cNvSpPr>
            <a:spLocks noGrp="1"/>
          </p:cNvSpPr>
          <p:nvPr>
            <p:ph type="sldNum" sz="quarter" idx="12"/>
          </p:nvPr>
        </p:nvSpPr>
        <p:spPr/>
        <p:txBody>
          <a:bodyPr/>
          <a:lstStyle>
            <a:lvl1pPr>
              <a:defRPr/>
            </a:lvl1pPr>
          </a:lstStyle>
          <a:p>
            <a:pPr>
              <a:defRPr/>
            </a:pPr>
            <a:fld id="{0C38EB98-562C-4535-926F-FE04708E254C}" type="slidenum">
              <a:rPr lang="en-US"/>
              <a:pPr>
                <a:defRPr/>
              </a:pPr>
              <a:t>‹#›</a:t>
            </a:fld>
            <a:endParaRPr lang="en-US"/>
          </a:p>
        </p:txBody>
      </p:sp>
    </p:spTree>
    <p:extLst>
      <p:ext uri="{BB962C8B-B14F-4D97-AF65-F5344CB8AC3E}">
        <p14:creationId xmlns:p14="http://schemas.microsoft.com/office/powerpoint/2010/main" val="61097334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777954-2DD7-C654-7F20-C0ABAE91BDB6}"/>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07DBF9CA-D1DE-DA95-5FB3-494FD05D6FC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0B009CD-2A87-92F6-964C-0475AC9535A7}"/>
              </a:ext>
            </a:extLst>
          </p:cNvPr>
          <p:cNvSpPr>
            <a:spLocks noGrp="1"/>
          </p:cNvSpPr>
          <p:nvPr>
            <p:ph type="sldNum" sz="quarter" idx="12"/>
          </p:nvPr>
        </p:nvSpPr>
        <p:spPr/>
        <p:txBody>
          <a:bodyPr/>
          <a:lstStyle>
            <a:lvl1pPr>
              <a:defRPr/>
            </a:lvl1pPr>
          </a:lstStyle>
          <a:p>
            <a:pPr>
              <a:defRPr/>
            </a:pPr>
            <a:fld id="{C7FF7CB4-6B31-4AE3-A54E-504386C43BF0}" type="slidenum">
              <a:rPr lang="en-US"/>
              <a:pPr>
                <a:defRPr/>
              </a:pPr>
              <a:t>‹#›</a:t>
            </a:fld>
            <a:endParaRPr lang="en-US"/>
          </a:p>
        </p:txBody>
      </p:sp>
    </p:spTree>
    <p:extLst>
      <p:ext uri="{BB962C8B-B14F-4D97-AF65-F5344CB8AC3E}">
        <p14:creationId xmlns:p14="http://schemas.microsoft.com/office/powerpoint/2010/main" val="387038985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CDCB1A-1B47-624A-5621-4494ADA4A748}"/>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F6D9DA91-C12E-1008-A15F-1842D849623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659D2E2-5E85-686E-02EB-AE3EFEFC82CB}"/>
              </a:ext>
            </a:extLst>
          </p:cNvPr>
          <p:cNvSpPr>
            <a:spLocks noGrp="1"/>
          </p:cNvSpPr>
          <p:nvPr>
            <p:ph type="sldNum" sz="quarter" idx="12"/>
          </p:nvPr>
        </p:nvSpPr>
        <p:spPr/>
        <p:txBody>
          <a:bodyPr/>
          <a:lstStyle>
            <a:lvl1pPr>
              <a:defRPr/>
            </a:lvl1pPr>
          </a:lstStyle>
          <a:p>
            <a:pPr>
              <a:defRPr/>
            </a:pPr>
            <a:fld id="{B941D47A-C652-4301-8F23-B53B3FA32FE3}" type="slidenum">
              <a:rPr lang="en-US"/>
              <a:pPr>
                <a:defRPr/>
              </a:pPr>
              <a:t>‹#›</a:t>
            </a:fld>
            <a:endParaRPr lang="en-US"/>
          </a:p>
        </p:txBody>
      </p:sp>
    </p:spTree>
    <p:extLst>
      <p:ext uri="{BB962C8B-B14F-4D97-AF65-F5344CB8AC3E}">
        <p14:creationId xmlns:p14="http://schemas.microsoft.com/office/powerpoint/2010/main" val="2166512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theme" Target="../theme/theme2.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A7A57C6-6A86-95BB-6632-A4E5B624D3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Bahnschrift" panose="020B0502040204020203" pitchFamily="34" charset="0"/>
              </a:defRPr>
            </a:lvl1pPr>
          </a:lstStyle>
          <a:p>
            <a:pPr>
              <a:defRPr/>
            </a:pPr>
            <a:endParaRPr lang="en-US"/>
          </a:p>
        </p:txBody>
      </p:sp>
      <p:sp>
        <p:nvSpPr>
          <p:cNvPr id="5" name="Footer Placeholder 4">
            <a:extLst>
              <a:ext uri="{FF2B5EF4-FFF2-40B4-BE49-F238E27FC236}">
                <a16:creationId xmlns:a16="http://schemas.microsoft.com/office/drawing/2014/main" id="{3651A73C-0B88-049C-4E93-5DFA570F06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Bahnschrift" panose="020B0502040204020203" pitchFamily="34" charset="0"/>
              </a:defRPr>
            </a:lvl1pPr>
          </a:lstStyle>
          <a:p>
            <a:pPr>
              <a:defRPr/>
            </a:pPr>
            <a:endParaRPr lang="en-US"/>
          </a:p>
        </p:txBody>
      </p:sp>
      <p:sp>
        <p:nvSpPr>
          <p:cNvPr id="6" name="Slide Number Placeholder 5">
            <a:extLst>
              <a:ext uri="{FF2B5EF4-FFF2-40B4-BE49-F238E27FC236}">
                <a16:creationId xmlns:a16="http://schemas.microsoft.com/office/drawing/2014/main" id="{0501A388-1D42-95C0-E5ED-053CA404E3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Bahnschrift" panose="020B0502040204020203" pitchFamily="34" charset="0"/>
              </a:defRPr>
            </a:lvl1pPr>
          </a:lstStyle>
          <a:p>
            <a:pPr>
              <a:defRPr/>
            </a:pPr>
            <a:fld id="{0A03FCE1-4A9D-489F-89CC-2CCF03C28BFE}" type="slidenum">
              <a:rPr lang="en-US"/>
              <a:pPr>
                <a:defRPr/>
              </a:pPr>
              <a:t>‹#›</a:t>
            </a:fld>
            <a:endParaRPr lang="en-US"/>
          </a:p>
        </p:txBody>
      </p:sp>
      <p:sp>
        <p:nvSpPr>
          <p:cNvPr id="7" name="Title 1">
            <a:extLst>
              <a:ext uri="{FF2B5EF4-FFF2-40B4-BE49-F238E27FC236}">
                <a16:creationId xmlns:a16="http://schemas.microsoft.com/office/drawing/2014/main" id="{6C8A993E-5593-1881-0AB9-7B8E1E3A6B1C}"/>
              </a:ext>
            </a:extLst>
          </p:cNvPr>
          <p:cNvSpPr txBox="1">
            <a:spLocks/>
          </p:cNvSpPr>
          <p:nvPr userDrawn="1"/>
        </p:nvSpPr>
        <p:spPr>
          <a:xfrm>
            <a:off x="185738" y="114300"/>
            <a:ext cx="10515600" cy="628650"/>
          </a:xfrm>
          <a:prstGeom prst="rect">
            <a:avLst/>
          </a:prstGeom>
        </p:spPr>
        <p:txBody>
          <a:bodyPr/>
          <a:lstStyle>
            <a:lvl1pPr algn="l" defTabSz="914400" rtl="0" eaLnBrk="1" latinLnBrk="0" hangingPunct="1">
              <a:lnSpc>
                <a:spcPct val="90000"/>
              </a:lnSpc>
              <a:spcBef>
                <a:spcPct val="0"/>
              </a:spcBef>
              <a:buNone/>
              <a:defRPr sz="3600" kern="1200">
                <a:solidFill>
                  <a:schemeClr val="bg1"/>
                </a:solidFill>
                <a:latin typeface="Neue Haas Grotesk Text Pro" panose="020B0504020202020204" pitchFamily="34" charset="0"/>
                <a:ea typeface="+mj-ea"/>
                <a:cs typeface="+mj-cs"/>
              </a:defRPr>
            </a:lvl1pPr>
          </a:lstStyle>
          <a:p>
            <a:pPr fontAlgn="auto">
              <a:spcAft>
                <a:spcPts val="0"/>
              </a:spcAft>
              <a:defRPr/>
            </a:pPr>
            <a:r>
              <a:rPr lang="en-US"/>
              <a:t>Click to edit Master title style</a:t>
            </a:r>
          </a:p>
        </p:txBody>
      </p:sp>
    </p:spTree>
  </p:cSld>
  <p:clrMap bg1="lt1" tx1="dk1" bg2="lt2" tx2="dk2" accent1="accent1" accent2="accent2" accent3="accent3" accent4="accent4" accent5="accent5" accent6="accent6" hlink="hlink" folHlink="folHlink"/>
  <p:sldLayoutIdLst>
    <p:sldLayoutId id="2147483866" r:id="rId1"/>
    <p:sldLayoutId id="2147483867" r:id="rId2"/>
    <p:sldLayoutId id="2147483868" r:id="rId3"/>
    <p:sldLayoutId id="2147483869" r:id="rId4"/>
    <p:sldLayoutId id="2147483870" r:id="rId5"/>
    <p:sldLayoutId id="2147483871" r:id="rId6"/>
    <p:sldLayoutId id="2147483872" r:id="rId7"/>
    <p:sldLayoutId id="2147483846" r:id="rId8"/>
    <p:sldLayoutId id="2147483847" r:id="rId9"/>
    <p:sldLayoutId id="2147483848" r:id="rId10"/>
    <p:sldLayoutId id="2147483849" r:id="rId11"/>
    <p:sldLayoutId id="2147483850" r:id="rId12"/>
    <p:sldLayoutId id="2147483851" r:id="rId13"/>
    <p:sldLayoutId id="2147483852" r:id="rId14"/>
    <p:sldLayoutId id="2147483853" r:id="rId15"/>
    <p:sldLayoutId id="2147483854" r:id="rId16"/>
    <p:sldLayoutId id="2147483855" r:id="rId17"/>
  </p:sldLayoutIdLst>
  <p:hf hdr="0" ftr="0" dt="0"/>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Bahnschrift" panose="020B0502040204020203" pitchFamily="34" charset="0"/>
        </a:defRPr>
      </a:lvl2pPr>
      <a:lvl3pPr algn="l" rtl="0" eaLnBrk="1" fontAlgn="base" hangingPunct="1">
        <a:lnSpc>
          <a:spcPct val="90000"/>
        </a:lnSpc>
        <a:spcBef>
          <a:spcPct val="0"/>
        </a:spcBef>
        <a:spcAft>
          <a:spcPct val="0"/>
        </a:spcAft>
        <a:defRPr sz="4400">
          <a:solidFill>
            <a:schemeClr val="tx1"/>
          </a:solidFill>
          <a:latin typeface="Bahnschrift" panose="020B0502040204020203" pitchFamily="34" charset="0"/>
        </a:defRPr>
      </a:lvl3pPr>
      <a:lvl4pPr algn="l" rtl="0" eaLnBrk="1" fontAlgn="base" hangingPunct="1">
        <a:lnSpc>
          <a:spcPct val="90000"/>
        </a:lnSpc>
        <a:spcBef>
          <a:spcPct val="0"/>
        </a:spcBef>
        <a:spcAft>
          <a:spcPct val="0"/>
        </a:spcAft>
        <a:defRPr sz="4400">
          <a:solidFill>
            <a:schemeClr val="tx1"/>
          </a:solidFill>
          <a:latin typeface="Bahnschrift" panose="020B0502040204020203" pitchFamily="34" charset="0"/>
        </a:defRPr>
      </a:lvl4pPr>
      <a:lvl5pPr algn="l" rtl="0" eaLnBrk="1" fontAlgn="base" hangingPunct="1">
        <a:lnSpc>
          <a:spcPct val="90000"/>
        </a:lnSpc>
        <a:spcBef>
          <a:spcPct val="0"/>
        </a:spcBef>
        <a:spcAft>
          <a:spcPct val="0"/>
        </a:spcAft>
        <a:defRPr sz="4400">
          <a:solidFill>
            <a:schemeClr val="tx1"/>
          </a:solidFill>
          <a:latin typeface="Bahnschrift" panose="020B0502040204020203" pitchFamily="34" charset="0"/>
        </a:defRPr>
      </a:lvl5pPr>
      <a:lvl6pPr marL="457200" algn="l" rtl="0" eaLnBrk="1" fontAlgn="base" hangingPunct="1">
        <a:lnSpc>
          <a:spcPct val="90000"/>
        </a:lnSpc>
        <a:spcBef>
          <a:spcPct val="0"/>
        </a:spcBef>
        <a:spcAft>
          <a:spcPct val="0"/>
        </a:spcAft>
        <a:defRPr sz="4400">
          <a:solidFill>
            <a:schemeClr val="tx1"/>
          </a:solidFill>
          <a:latin typeface="Bahnschrift" panose="020B0502040204020203" pitchFamily="34" charset="0"/>
        </a:defRPr>
      </a:lvl6pPr>
      <a:lvl7pPr marL="914400" algn="l" rtl="0" eaLnBrk="1" fontAlgn="base" hangingPunct="1">
        <a:lnSpc>
          <a:spcPct val="90000"/>
        </a:lnSpc>
        <a:spcBef>
          <a:spcPct val="0"/>
        </a:spcBef>
        <a:spcAft>
          <a:spcPct val="0"/>
        </a:spcAft>
        <a:defRPr sz="4400">
          <a:solidFill>
            <a:schemeClr val="tx1"/>
          </a:solidFill>
          <a:latin typeface="Bahnschrift" panose="020B0502040204020203" pitchFamily="34" charset="0"/>
        </a:defRPr>
      </a:lvl7pPr>
      <a:lvl8pPr marL="1371600" algn="l" rtl="0" eaLnBrk="1" fontAlgn="base" hangingPunct="1">
        <a:lnSpc>
          <a:spcPct val="90000"/>
        </a:lnSpc>
        <a:spcBef>
          <a:spcPct val="0"/>
        </a:spcBef>
        <a:spcAft>
          <a:spcPct val="0"/>
        </a:spcAft>
        <a:defRPr sz="4400">
          <a:solidFill>
            <a:schemeClr val="tx1"/>
          </a:solidFill>
          <a:latin typeface="Bahnschrift" panose="020B0502040204020203" pitchFamily="34" charset="0"/>
        </a:defRPr>
      </a:lvl8pPr>
      <a:lvl9pPr marL="1828800" algn="l" rtl="0" eaLnBrk="1" fontAlgn="base" hangingPunct="1">
        <a:lnSpc>
          <a:spcPct val="90000"/>
        </a:lnSpc>
        <a:spcBef>
          <a:spcPct val="0"/>
        </a:spcBef>
        <a:spcAft>
          <a:spcPct val="0"/>
        </a:spcAft>
        <a:defRPr sz="4400">
          <a:solidFill>
            <a:schemeClr val="tx1"/>
          </a:solidFill>
          <a:latin typeface="Bahnschrift" panose="020B0502040204020203" pitchFamily="34"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BBC5BAE-0A55-B88F-9675-472374B30E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5" name="Footer Placeholder 4">
            <a:extLst>
              <a:ext uri="{FF2B5EF4-FFF2-40B4-BE49-F238E27FC236}">
                <a16:creationId xmlns:a16="http://schemas.microsoft.com/office/drawing/2014/main" id="{0D4AB0A5-7B22-F7D6-839C-2A2DE0E729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72495F2A-D227-1920-7504-C7C1543DC9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defRPr>
            </a:lvl1pPr>
          </a:lstStyle>
          <a:p>
            <a:pPr>
              <a:defRPr/>
            </a:pPr>
            <a:fld id="{50DEA676-17F6-461E-AB99-4BD92A4F5657}" type="slidenum">
              <a:rPr lang="en-US"/>
              <a:pPr>
                <a:defRPr/>
              </a:pPr>
              <a:t>‹#›</a:t>
            </a:fld>
            <a:endParaRPr lang="en-US"/>
          </a:p>
        </p:txBody>
      </p:sp>
      <p:sp>
        <p:nvSpPr>
          <p:cNvPr id="7" name="Title 1">
            <a:extLst>
              <a:ext uri="{FF2B5EF4-FFF2-40B4-BE49-F238E27FC236}">
                <a16:creationId xmlns:a16="http://schemas.microsoft.com/office/drawing/2014/main" id="{58B7557B-D54D-DA62-849C-B51E6DCB51AA}"/>
              </a:ext>
            </a:extLst>
          </p:cNvPr>
          <p:cNvSpPr txBox="1">
            <a:spLocks/>
          </p:cNvSpPr>
          <p:nvPr userDrawn="1"/>
        </p:nvSpPr>
        <p:spPr>
          <a:xfrm>
            <a:off x="185738" y="114300"/>
            <a:ext cx="10515600" cy="628650"/>
          </a:xfrm>
          <a:prstGeom prst="rect">
            <a:avLst/>
          </a:prstGeom>
        </p:spPr>
        <p:txBody>
          <a:bodyPr/>
          <a:lstStyle>
            <a:lvl1pPr algn="l" defTabSz="914400" rtl="0" eaLnBrk="1" latinLnBrk="0" hangingPunct="1">
              <a:lnSpc>
                <a:spcPct val="90000"/>
              </a:lnSpc>
              <a:spcBef>
                <a:spcPct val="0"/>
              </a:spcBef>
              <a:buNone/>
              <a:defRPr sz="3600" kern="1200">
                <a:solidFill>
                  <a:schemeClr val="bg1"/>
                </a:solidFill>
                <a:latin typeface="Neue Haas Grotesk Text Pro" panose="020B0504020202020204" pitchFamily="34" charset="0"/>
                <a:ea typeface="+mj-ea"/>
                <a:cs typeface="+mj-cs"/>
              </a:defRPr>
            </a:lvl1pPr>
          </a:lstStyle>
          <a:p>
            <a:pPr fontAlgn="auto">
              <a:spcAft>
                <a:spcPts val="0"/>
              </a:spcAft>
              <a:defRPr/>
            </a:pPr>
            <a:r>
              <a:rPr lang="en-US"/>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 id="2147483856" r:id="rId7"/>
    <p:sldLayoutId id="2147483857" r:id="rId8"/>
    <p:sldLayoutId id="2147483858" r:id="rId9"/>
    <p:sldLayoutId id="2147483859" r:id="rId10"/>
    <p:sldLayoutId id="2147483860" r:id="rId11"/>
    <p:sldLayoutId id="2147483861" r:id="rId12"/>
    <p:sldLayoutId id="2147483862" r:id="rId13"/>
    <p:sldLayoutId id="2147483863" r:id="rId14"/>
    <p:sldLayoutId id="2147483864" r:id="rId15"/>
    <p:sldLayoutId id="2147483865" r:id="rId16"/>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Bahnschrift" panose="020B0502040204020203" pitchFamily="34" charset="0"/>
        </a:defRPr>
      </a:lvl2pPr>
      <a:lvl3pPr algn="l" rtl="0" eaLnBrk="0" fontAlgn="base" hangingPunct="0">
        <a:lnSpc>
          <a:spcPct val="90000"/>
        </a:lnSpc>
        <a:spcBef>
          <a:spcPct val="0"/>
        </a:spcBef>
        <a:spcAft>
          <a:spcPct val="0"/>
        </a:spcAft>
        <a:defRPr sz="4400">
          <a:solidFill>
            <a:schemeClr val="tx1"/>
          </a:solidFill>
          <a:latin typeface="Bahnschrift" panose="020B0502040204020203" pitchFamily="34" charset="0"/>
        </a:defRPr>
      </a:lvl3pPr>
      <a:lvl4pPr algn="l" rtl="0" eaLnBrk="0" fontAlgn="base" hangingPunct="0">
        <a:lnSpc>
          <a:spcPct val="90000"/>
        </a:lnSpc>
        <a:spcBef>
          <a:spcPct val="0"/>
        </a:spcBef>
        <a:spcAft>
          <a:spcPct val="0"/>
        </a:spcAft>
        <a:defRPr sz="4400">
          <a:solidFill>
            <a:schemeClr val="tx1"/>
          </a:solidFill>
          <a:latin typeface="Bahnschrift" panose="020B0502040204020203" pitchFamily="34" charset="0"/>
        </a:defRPr>
      </a:lvl4pPr>
      <a:lvl5pPr algn="l" rtl="0" eaLnBrk="0" fontAlgn="base" hangingPunct="0">
        <a:lnSpc>
          <a:spcPct val="90000"/>
        </a:lnSpc>
        <a:spcBef>
          <a:spcPct val="0"/>
        </a:spcBef>
        <a:spcAft>
          <a:spcPct val="0"/>
        </a:spcAft>
        <a:defRPr sz="4400">
          <a:solidFill>
            <a:schemeClr val="tx1"/>
          </a:solidFill>
          <a:latin typeface="Bahnschrift" panose="020B0502040204020203" pitchFamily="34" charset="0"/>
        </a:defRPr>
      </a:lvl5pPr>
      <a:lvl6pPr marL="457200" algn="l" rtl="0" fontAlgn="base">
        <a:lnSpc>
          <a:spcPct val="90000"/>
        </a:lnSpc>
        <a:spcBef>
          <a:spcPct val="0"/>
        </a:spcBef>
        <a:spcAft>
          <a:spcPct val="0"/>
        </a:spcAft>
        <a:defRPr sz="4400">
          <a:solidFill>
            <a:schemeClr val="tx1"/>
          </a:solidFill>
          <a:latin typeface="Bahnschrift" panose="020B0502040204020203" pitchFamily="34" charset="0"/>
        </a:defRPr>
      </a:lvl6pPr>
      <a:lvl7pPr marL="914400" algn="l" rtl="0" fontAlgn="base">
        <a:lnSpc>
          <a:spcPct val="90000"/>
        </a:lnSpc>
        <a:spcBef>
          <a:spcPct val="0"/>
        </a:spcBef>
        <a:spcAft>
          <a:spcPct val="0"/>
        </a:spcAft>
        <a:defRPr sz="4400">
          <a:solidFill>
            <a:schemeClr val="tx1"/>
          </a:solidFill>
          <a:latin typeface="Bahnschrift" panose="020B0502040204020203" pitchFamily="34" charset="0"/>
        </a:defRPr>
      </a:lvl7pPr>
      <a:lvl8pPr marL="1371600" algn="l" rtl="0" fontAlgn="base">
        <a:lnSpc>
          <a:spcPct val="90000"/>
        </a:lnSpc>
        <a:spcBef>
          <a:spcPct val="0"/>
        </a:spcBef>
        <a:spcAft>
          <a:spcPct val="0"/>
        </a:spcAft>
        <a:defRPr sz="4400">
          <a:solidFill>
            <a:schemeClr val="tx1"/>
          </a:solidFill>
          <a:latin typeface="Bahnschrift" panose="020B0502040204020203" pitchFamily="34" charset="0"/>
        </a:defRPr>
      </a:lvl8pPr>
      <a:lvl9pPr marL="1828800" algn="l" rtl="0" fontAlgn="base">
        <a:lnSpc>
          <a:spcPct val="90000"/>
        </a:lnSpc>
        <a:spcBef>
          <a:spcPct val="0"/>
        </a:spcBef>
        <a:spcAft>
          <a:spcPct val="0"/>
        </a:spcAft>
        <a:defRPr sz="4400">
          <a:solidFill>
            <a:schemeClr val="tx1"/>
          </a:solidFill>
          <a:latin typeface="Bahnschrift" panose="020B0502040204020203"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9.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file:///C:\Users\akappa\Desktop\Toyota\EcuAppM_MIL_Simulation_Results.xlsx" TargetMode="External"/><Relationship Id="rId1" Type="http://schemas.openxmlformats.org/officeDocument/2006/relationships/slideLayout" Target="../slideLayouts/slideLayout19.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5">
            <a:extLst>
              <a:ext uri="{FF2B5EF4-FFF2-40B4-BE49-F238E27FC236}">
                <a16:creationId xmlns:a16="http://schemas.microsoft.com/office/drawing/2014/main" id="{3DB20A85-C612-E1EB-D444-D11D571854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5">
            <a:extLst>
              <a:ext uri="{FF2B5EF4-FFF2-40B4-BE49-F238E27FC236}">
                <a16:creationId xmlns:a16="http://schemas.microsoft.com/office/drawing/2014/main" id="{42BE5271-4D83-1CA0-1DAF-93F24AB2387D}"/>
              </a:ext>
            </a:extLst>
          </p:cNvPr>
          <p:cNvSpPr txBox="1">
            <a:spLocks/>
          </p:cNvSpPr>
          <p:nvPr/>
        </p:nvSpPr>
        <p:spPr>
          <a:xfrm>
            <a:off x="914399" y="1835150"/>
            <a:ext cx="7644883" cy="1181862"/>
          </a:xfrm>
          <a:prstGeom prst="rect">
            <a:avLst/>
          </a:prstGeom>
        </p:spPr>
        <p:txBody>
          <a:bodyPr wrap="square" lIns="0" tIns="0">
            <a:spAutoFit/>
          </a:bodyPr>
          <a:lstStyle>
            <a:lvl1pPr algn="l" defTabSz="914400" rtl="0" eaLnBrk="1" latinLnBrk="0" hangingPunct="1">
              <a:lnSpc>
                <a:spcPct val="90000"/>
              </a:lnSpc>
              <a:spcBef>
                <a:spcPct val="0"/>
              </a:spcBef>
              <a:buNone/>
              <a:defRPr sz="3200" kern="1200">
                <a:solidFill>
                  <a:schemeClr val="bg1"/>
                </a:solidFill>
                <a:latin typeface="Neue Haas Grotesk Text Pro" panose="020B0504020202020204" pitchFamily="34" charset="0"/>
                <a:ea typeface="+mj-ea"/>
                <a:cs typeface="+mj-cs"/>
              </a:defRPr>
            </a:lvl1pPr>
          </a:lstStyle>
          <a:p>
            <a:pPr fontAlgn="auto">
              <a:spcAft>
                <a:spcPts val="0"/>
              </a:spcAft>
              <a:defRPr/>
            </a:pPr>
            <a:r>
              <a:rPr lang="en-US" dirty="0">
                <a:cs typeface="Arial"/>
              </a:rPr>
              <a:t> ECU Application Manager - EcuAppM</a:t>
            </a:r>
            <a:br>
              <a:rPr lang="en-US" dirty="0">
                <a:cs typeface="Arial"/>
              </a:rPr>
            </a:br>
            <a:r>
              <a:rPr lang="en-US" dirty="0">
                <a:cs typeface="Arial"/>
              </a:rPr>
              <a:t> August 2023</a:t>
            </a:r>
            <a:br>
              <a:rPr lang="en-US" dirty="0">
                <a:cs typeface="Arial"/>
              </a:rPr>
            </a:br>
            <a:endParaRPr lang="en-US" sz="1800" spc="100" dirty="0">
              <a:solidFill>
                <a:srgbClr val="F49119"/>
              </a:solidFill>
              <a:latin typeface="Bahnschrift" panose="020B0502040204020203" pitchFamily="34" charset="0"/>
              <a:cs typeface="Arial" panose="020B0604020202020204" pitchFamily="34" charset="0"/>
            </a:endParaRPr>
          </a:p>
        </p:txBody>
      </p:sp>
      <p:pic>
        <p:nvPicPr>
          <p:cNvPr id="18436" name="Graphic 4">
            <a:extLst>
              <a:ext uri="{FF2B5EF4-FFF2-40B4-BE49-F238E27FC236}">
                <a16:creationId xmlns:a16="http://schemas.microsoft.com/office/drawing/2014/main" id="{F3649199-9A6D-2567-B5CC-0BD49AFEEE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073150"/>
            <a:ext cx="2693988"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2675A-218E-7F00-348B-C6B206FB7BE1}"/>
              </a:ext>
            </a:extLst>
          </p:cNvPr>
          <p:cNvSpPr>
            <a:spLocks noGrp="1"/>
          </p:cNvSpPr>
          <p:nvPr>
            <p:ph type="title"/>
          </p:nvPr>
        </p:nvSpPr>
        <p:spPr/>
        <p:txBody>
          <a:bodyPr/>
          <a:lstStyle/>
          <a:p>
            <a:r>
              <a:rPr lang="en-US" sz="2400" dirty="0">
                <a:latin typeface="Times New Roman" panose="02020603050405020304" pitchFamily="18" charset="0"/>
                <a:cs typeface="Times New Roman" panose="02020603050405020304" pitchFamily="18" charset="0"/>
              </a:rPr>
              <a:t>Agenda</a:t>
            </a:r>
          </a:p>
        </p:txBody>
      </p:sp>
      <p:sp>
        <p:nvSpPr>
          <p:cNvPr id="3" name="Slide Number Placeholder 2">
            <a:extLst>
              <a:ext uri="{FF2B5EF4-FFF2-40B4-BE49-F238E27FC236}">
                <a16:creationId xmlns:a16="http://schemas.microsoft.com/office/drawing/2014/main" id="{F193BC4E-2E8B-351C-DFFF-3307A3D69F90}"/>
              </a:ext>
            </a:extLst>
          </p:cNvPr>
          <p:cNvSpPr>
            <a:spLocks noGrp="1"/>
          </p:cNvSpPr>
          <p:nvPr>
            <p:ph type="sldNum" sz="quarter" idx="11"/>
          </p:nvPr>
        </p:nvSpPr>
        <p:spPr/>
        <p:txBody>
          <a:bodyPr/>
          <a:lstStyle/>
          <a:p>
            <a:pPr>
              <a:defRPr/>
            </a:pPr>
            <a:fld id="{976FD3BF-6627-4C73-B326-16A2F7B5A470}" type="slidenum">
              <a:rPr lang="en-US" smtClean="0"/>
              <a:pPr>
                <a:defRPr/>
              </a:pPr>
              <a:t>1</a:t>
            </a:fld>
            <a:endParaRPr lang="en-US" dirty="0"/>
          </a:p>
        </p:txBody>
      </p:sp>
      <p:sp>
        <p:nvSpPr>
          <p:cNvPr id="6" name="Rectangle 5">
            <a:extLst>
              <a:ext uri="{FF2B5EF4-FFF2-40B4-BE49-F238E27FC236}">
                <a16:creationId xmlns:a16="http://schemas.microsoft.com/office/drawing/2014/main" id="{302B170F-EF90-F6F0-E1B5-194EDC0BFA89}"/>
              </a:ext>
            </a:extLst>
          </p:cNvPr>
          <p:cNvSpPr/>
          <p:nvPr/>
        </p:nvSpPr>
        <p:spPr>
          <a:xfrm>
            <a:off x="677531" y="967989"/>
            <a:ext cx="8671951" cy="3970318"/>
          </a:xfrm>
          <a:prstGeom prst="rect">
            <a:avLst/>
          </a:prstGeom>
        </p:spPr>
        <p:txBody>
          <a:bodyPr wrap="square">
            <a:spAutoFit/>
          </a:bodyPr>
          <a:lstStyle/>
          <a:p>
            <a:pPr marL="457200" lvl="0" indent="-4572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Objective</a:t>
            </a:r>
          </a:p>
          <a:p>
            <a:pPr marL="457200" indent="-4572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EcuAppM Introduction</a:t>
            </a:r>
          </a:p>
          <a:p>
            <a:pPr marL="914400" lvl="1" indent="-4572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Architecture</a:t>
            </a:r>
          </a:p>
          <a:p>
            <a:pPr marL="914400" lvl="1" indent="-4572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State machine overview</a:t>
            </a:r>
          </a:p>
          <a:p>
            <a:pPr marL="914400" lvl="1" indent="-4572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Group containers</a:t>
            </a:r>
          </a:p>
          <a:p>
            <a:pPr marL="914400" lvl="1" indent="-4572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Group container State Transitions</a:t>
            </a:r>
          </a:p>
          <a:p>
            <a:pPr marL="914400" lvl="1" indent="-4572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Group container properties</a:t>
            </a:r>
          </a:p>
          <a:p>
            <a:pPr marL="914400" lvl="1" indent="-4572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Component Containers</a:t>
            </a:r>
          </a:p>
          <a:p>
            <a:pPr marL="914400" lvl="1" indent="-4572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Component Locality</a:t>
            </a:r>
          </a:p>
          <a:p>
            <a:pPr marL="457200" indent="-4572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EcuAppM Configurator</a:t>
            </a:r>
          </a:p>
          <a:p>
            <a:pPr marL="914400" lvl="1" indent="-4572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Configuration description XML file</a:t>
            </a:r>
          </a:p>
          <a:p>
            <a:pPr marL="457200" indent="-4572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Model-In-Loop simulation Results</a:t>
            </a:r>
          </a:p>
          <a:p>
            <a:pPr marL="457200" indent="-45720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Q &amp; A</a:t>
            </a:r>
          </a:p>
          <a:p>
            <a:pPr marL="457200" lvl="0" indent="-457200">
              <a:buFont typeface="Wingdings" panose="05000000000000000000" pitchFamily="2" charset="2"/>
              <a:buChar char="q"/>
            </a:pPr>
            <a:endParaRPr lang="en-US" dirty="0"/>
          </a:p>
        </p:txBody>
      </p:sp>
    </p:spTree>
    <p:extLst>
      <p:ext uri="{BB962C8B-B14F-4D97-AF65-F5344CB8AC3E}">
        <p14:creationId xmlns:p14="http://schemas.microsoft.com/office/powerpoint/2010/main" val="1650014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46B07-47C7-44FF-01B4-2D2D227906D8}"/>
              </a:ext>
            </a:extLst>
          </p:cNvPr>
          <p:cNvSpPr>
            <a:spLocks noGrp="1"/>
          </p:cNvSpPr>
          <p:nvPr>
            <p:ph type="title"/>
          </p:nvPr>
        </p:nvSpPr>
        <p:spPr/>
        <p:txBody>
          <a:bodyPr/>
          <a:lstStyle/>
          <a:p>
            <a:r>
              <a:rPr lang="en-US" sz="2400" dirty="0">
                <a:latin typeface="Times New Roman" panose="02020603050405020304" pitchFamily="18" charset="0"/>
                <a:cs typeface="Times New Roman" panose="02020603050405020304" pitchFamily="18" charset="0"/>
              </a:rPr>
              <a:t>Objective</a:t>
            </a:r>
          </a:p>
        </p:txBody>
      </p:sp>
      <p:sp>
        <p:nvSpPr>
          <p:cNvPr id="3" name="Slide Number Placeholder 2">
            <a:extLst>
              <a:ext uri="{FF2B5EF4-FFF2-40B4-BE49-F238E27FC236}">
                <a16:creationId xmlns:a16="http://schemas.microsoft.com/office/drawing/2014/main" id="{0455E7A8-20FC-7FD7-7E74-9BFB15AA5828}"/>
              </a:ext>
            </a:extLst>
          </p:cNvPr>
          <p:cNvSpPr>
            <a:spLocks noGrp="1"/>
          </p:cNvSpPr>
          <p:nvPr>
            <p:ph type="sldNum" sz="quarter" idx="11"/>
          </p:nvPr>
        </p:nvSpPr>
        <p:spPr/>
        <p:txBody>
          <a:bodyPr/>
          <a:lstStyle/>
          <a:p>
            <a:pPr>
              <a:defRPr/>
            </a:pPr>
            <a:fld id="{976FD3BF-6627-4C73-B326-16A2F7B5A470}" type="slidenum">
              <a:rPr lang="en-US" smtClean="0"/>
              <a:pPr>
                <a:defRPr/>
              </a:pPr>
              <a:t>2</a:t>
            </a:fld>
            <a:endParaRPr lang="en-US" dirty="0"/>
          </a:p>
        </p:txBody>
      </p:sp>
      <p:sp>
        <p:nvSpPr>
          <p:cNvPr id="10" name="Rectangle 9">
            <a:extLst>
              <a:ext uri="{FF2B5EF4-FFF2-40B4-BE49-F238E27FC236}">
                <a16:creationId xmlns:a16="http://schemas.microsoft.com/office/drawing/2014/main" id="{2F0B228C-FCEB-63F4-9341-C7CA1CAE502C}"/>
              </a:ext>
            </a:extLst>
          </p:cNvPr>
          <p:cNvSpPr/>
          <p:nvPr/>
        </p:nvSpPr>
        <p:spPr>
          <a:xfrm>
            <a:off x="535856" y="768096"/>
            <a:ext cx="9835581" cy="1169551"/>
          </a:xfrm>
          <a:prstGeom prst="rect">
            <a:avLst/>
          </a:prstGeom>
        </p:spPr>
        <p:txBody>
          <a:bodyPr wrap="square">
            <a:spAutoFit/>
          </a:bodyPr>
          <a:lstStyle/>
          <a:p>
            <a:pPr marL="285750" indent="-285750">
              <a:buFont typeface="Wingdings" panose="05000000000000000000" pitchFamily="2" charset="2"/>
              <a:buChar char="q"/>
            </a:pPr>
            <a:r>
              <a:rPr lang="en-US" dirty="0">
                <a:solidFill>
                  <a:schemeClr val="bg1"/>
                </a:solidFill>
                <a:latin typeface="Times New Roman" panose="02020603050405020304" pitchFamily="18" charset="0"/>
                <a:cs typeface="Times New Roman" panose="02020603050405020304" pitchFamily="18" charset="0"/>
              </a:rPr>
              <a:t>Design a generic manager component responsible for bringing up the applications in an ECU and manages the complete life cycle of an application components. The component shall be reusable across the programs and platforms.   </a:t>
            </a:r>
          </a:p>
          <a:p>
            <a:pPr marL="285750" indent="-285750">
              <a:buFont typeface="Wingdings" panose="05000000000000000000" pitchFamily="2" charset="2"/>
              <a:buChar char="Ø"/>
            </a:pPr>
            <a:endParaRPr lang="en-US" sz="1600" dirty="0">
              <a:solidFill>
                <a:srgbClr val="000000"/>
              </a:solidFill>
              <a:latin typeface="Times New Roman" panose="02020603050405020304" pitchFamily="18" charset="0"/>
              <a:cs typeface="Times New Roman" panose="02020603050405020304" pitchFamily="18" charset="0"/>
            </a:endParaRPr>
          </a:p>
        </p:txBody>
      </p:sp>
      <p:grpSp>
        <p:nvGrpSpPr>
          <p:cNvPr id="30" name="Group 29">
            <a:extLst>
              <a:ext uri="{FF2B5EF4-FFF2-40B4-BE49-F238E27FC236}">
                <a16:creationId xmlns:a16="http://schemas.microsoft.com/office/drawing/2014/main" id="{FD61B7F9-A5D3-53E8-0AEC-A1540820DFFB}"/>
              </a:ext>
            </a:extLst>
          </p:cNvPr>
          <p:cNvGrpSpPr/>
          <p:nvPr/>
        </p:nvGrpSpPr>
        <p:grpSpPr>
          <a:xfrm>
            <a:off x="670076" y="2595489"/>
            <a:ext cx="5010457" cy="2319841"/>
            <a:chOff x="1418422" y="2344788"/>
            <a:chExt cx="5010457" cy="2319841"/>
          </a:xfrm>
        </p:grpSpPr>
        <p:sp>
          <p:nvSpPr>
            <p:cNvPr id="4" name="Rectangle 3">
              <a:extLst>
                <a:ext uri="{FF2B5EF4-FFF2-40B4-BE49-F238E27FC236}">
                  <a16:creationId xmlns:a16="http://schemas.microsoft.com/office/drawing/2014/main" id="{9A60A4D9-6B1F-B95B-21B8-CDF4CE687561}"/>
                </a:ext>
              </a:extLst>
            </p:cNvPr>
            <p:cNvSpPr/>
            <p:nvPr/>
          </p:nvSpPr>
          <p:spPr>
            <a:xfrm>
              <a:off x="1418422" y="4355022"/>
              <a:ext cx="1201119" cy="30960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solidFill>
                    <a:schemeClr val="tx2"/>
                  </a:solidFill>
                </a:rPr>
                <a:t>VIP ONLY</a:t>
              </a:r>
            </a:p>
          </p:txBody>
        </p:sp>
        <p:sp>
          <p:nvSpPr>
            <p:cNvPr id="7" name="Rectangle 6">
              <a:extLst>
                <a:ext uri="{FF2B5EF4-FFF2-40B4-BE49-F238E27FC236}">
                  <a16:creationId xmlns:a16="http://schemas.microsoft.com/office/drawing/2014/main" id="{3621F2C3-30C9-60E6-8CBB-B5AB1357D24E}"/>
                </a:ext>
              </a:extLst>
            </p:cNvPr>
            <p:cNvSpPr/>
            <p:nvPr/>
          </p:nvSpPr>
          <p:spPr>
            <a:xfrm>
              <a:off x="3323091" y="4339523"/>
              <a:ext cx="1201119" cy="30960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solidFill>
                    <a:schemeClr val="tx2"/>
                  </a:solidFill>
                </a:rPr>
                <a:t>VIP + GIP</a:t>
              </a:r>
            </a:p>
          </p:txBody>
        </p:sp>
        <p:sp>
          <p:nvSpPr>
            <p:cNvPr id="11" name="Rectangle 10">
              <a:extLst>
                <a:ext uri="{FF2B5EF4-FFF2-40B4-BE49-F238E27FC236}">
                  <a16:creationId xmlns:a16="http://schemas.microsoft.com/office/drawing/2014/main" id="{6962052A-2164-3A01-57CF-15939090CD97}"/>
                </a:ext>
              </a:extLst>
            </p:cNvPr>
            <p:cNvSpPr/>
            <p:nvPr/>
          </p:nvSpPr>
          <p:spPr>
            <a:xfrm>
              <a:off x="5227760" y="4331773"/>
              <a:ext cx="1201119" cy="30960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400" dirty="0">
                  <a:solidFill>
                    <a:schemeClr val="tx2"/>
                  </a:solidFill>
                </a:rPr>
                <a:t>VIP LESS</a:t>
              </a:r>
            </a:p>
          </p:txBody>
        </p:sp>
        <p:sp>
          <p:nvSpPr>
            <p:cNvPr id="12" name="Rectangle 11">
              <a:extLst>
                <a:ext uri="{FF2B5EF4-FFF2-40B4-BE49-F238E27FC236}">
                  <a16:creationId xmlns:a16="http://schemas.microsoft.com/office/drawing/2014/main" id="{1104E4D2-027D-D038-20C1-999BFF7CE5CA}"/>
                </a:ext>
              </a:extLst>
            </p:cNvPr>
            <p:cNvSpPr/>
            <p:nvPr/>
          </p:nvSpPr>
          <p:spPr>
            <a:xfrm>
              <a:off x="3297264" y="2344788"/>
              <a:ext cx="1242444" cy="914400"/>
            </a:xfrm>
            <a:prstGeom prst="rect">
              <a:avLst/>
            </a:prstGeom>
            <a:solidFill>
              <a:schemeClr val="tx1">
                <a:lumMod val="75000"/>
              </a:schemeClr>
            </a:solidFill>
            <a:ln>
              <a:solidFill>
                <a:srgbClr val="92D05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solidFill>
                    <a:schemeClr val="tx2"/>
                  </a:solidFill>
                </a:rPr>
                <a:t>EcuAppM</a:t>
              </a:r>
            </a:p>
          </p:txBody>
        </p:sp>
        <p:cxnSp>
          <p:nvCxnSpPr>
            <p:cNvPr id="14" name="Straight Arrow Connector 13">
              <a:extLst>
                <a:ext uri="{FF2B5EF4-FFF2-40B4-BE49-F238E27FC236}">
                  <a16:creationId xmlns:a16="http://schemas.microsoft.com/office/drawing/2014/main" id="{65E12864-11D2-964D-8838-1CAF59A2268F}"/>
                </a:ext>
              </a:extLst>
            </p:cNvPr>
            <p:cNvCxnSpPr>
              <a:stCxn id="12" idx="2"/>
              <a:endCxn id="4" idx="0"/>
            </p:cNvCxnSpPr>
            <p:nvPr/>
          </p:nvCxnSpPr>
          <p:spPr>
            <a:xfrm flipH="1">
              <a:off x="2018982" y="3259188"/>
              <a:ext cx="1899504" cy="1095834"/>
            </a:xfrm>
            <a:prstGeom prst="straightConnector1">
              <a:avLst/>
            </a:prstGeom>
            <a:ln w="25400">
              <a:solidFill>
                <a:schemeClr val="accent3">
                  <a:lumMod val="60000"/>
                  <a:lumOff val="40000"/>
                </a:schemeClr>
              </a:solidFill>
              <a:tailEnd type="triangle"/>
            </a:ln>
          </p:spPr>
          <p:style>
            <a:lnRef idx="3">
              <a:schemeClr val="accent1"/>
            </a:lnRef>
            <a:fillRef idx="0">
              <a:schemeClr val="accent1"/>
            </a:fillRef>
            <a:effectRef idx="2">
              <a:schemeClr val="accent1"/>
            </a:effectRef>
            <a:fontRef idx="minor">
              <a:schemeClr val="tx1"/>
            </a:fontRef>
          </p:style>
        </p:cxnSp>
        <p:cxnSp>
          <p:nvCxnSpPr>
            <p:cNvPr id="16" name="Straight Arrow Connector 15">
              <a:extLst>
                <a:ext uri="{FF2B5EF4-FFF2-40B4-BE49-F238E27FC236}">
                  <a16:creationId xmlns:a16="http://schemas.microsoft.com/office/drawing/2014/main" id="{154E1267-CBAF-2392-E94B-21C8B6928C3E}"/>
                </a:ext>
              </a:extLst>
            </p:cNvPr>
            <p:cNvCxnSpPr>
              <a:stCxn id="12" idx="2"/>
              <a:endCxn id="7" idx="0"/>
            </p:cNvCxnSpPr>
            <p:nvPr/>
          </p:nvCxnSpPr>
          <p:spPr>
            <a:xfrm>
              <a:off x="3918486" y="3259188"/>
              <a:ext cx="5165" cy="1080335"/>
            </a:xfrm>
            <a:prstGeom prst="straightConnector1">
              <a:avLst/>
            </a:prstGeom>
            <a:ln w="25400">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C2CE58C-C2EC-FB19-1481-73F27B435C7D}"/>
                </a:ext>
              </a:extLst>
            </p:cNvPr>
            <p:cNvCxnSpPr>
              <a:stCxn id="12" idx="2"/>
              <a:endCxn id="11" idx="0"/>
            </p:cNvCxnSpPr>
            <p:nvPr/>
          </p:nvCxnSpPr>
          <p:spPr>
            <a:xfrm>
              <a:off x="3918486" y="3259188"/>
              <a:ext cx="1909834" cy="1072585"/>
            </a:xfrm>
            <a:prstGeom prst="straightConnector1">
              <a:avLst/>
            </a:prstGeom>
            <a:ln w="25400">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04EB3F7C-4E10-A666-F9E1-EE8F361AB2E2}"/>
              </a:ext>
            </a:extLst>
          </p:cNvPr>
          <p:cNvGrpSpPr/>
          <p:nvPr/>
        </p:nvGrpSpPr>
        <p:grpSpPr>
          <a:xfrm>
            <a:off x="7132321" y="3911528"/>
            <a:ext cx="3681368" cy="1737352"/>
            <a:chOff x="7132321" y="3911528"/>
            <a:chExt cx="3681368" cy="1737352"/>
          </a:xfrm>
        </p:grpSpPr>
        <p:grpSp>
          <p:nvGrpSpPr>
            <p:cNvPr id="24" name="Group 23">
              <a:extLst>
                <a:ext uri="{FF2B5EF4-FFF2-40B4-BE49-F238E27FC236}">
                  <a16:creationId xmlns:a16="http://schemas.microsoft.com/office/drawing/2014/main" id="{7D4681E2-C5A8-4AA6-9C06-DDE0124FC2B6}"/>
                </a:ext>
              </a:extLst>
            </p:cNvPr>
            <p:cNvGrpSpPr/>
            <p:nvPr/>
          </p:nvGrpSpPr>
          <p:grpSpPr>
            <a:xfrm>
              <a:off x="7132321" y="3911528"/>
              <a:ext cx="3681368" cy="1722066"/>
              <a:chOff x="5643145" y="3811512"/>
              <a:chExt cx="3681368" cy="1722066"/>
            </a:xfrm>
            <a:effectLst>
              <a:outerShdw blurRad="50800" dist="38100" dir="5400000" algn="t" rotWithShape="0">
                <a:prstClr val="black">
                  <a:alpha val="40000"/>
                </a:prstClr>
              </a:outerShdw>
            </a:effectLst>
          </p:grpSpPr>
          <p:sp>
            <p:nvSpPr>
              <p:cNvPr id="26" name="Flowchart: Process 25">
                <a:extLst>
                  <a:ext uri="{FF2B5EF4-FFF2-40B4-BE49-F238E27FC236}">
                    <a16:creationId xmlns:a16="http://schemas.microsoft.com/office/drawing/2014/main" id="{47948DA3-2638-96BC-1001-ED1F89EA3B10}"/>
                  </a:ext>
                </a:extLst>
              </p:cNvPr>
              <p:cNvSpPr/>
              <p:nvPr/>
            </p:nvSpPr>
            <p:spPr>
              <a:xfrm>
                <a:off x="5963107" y="4874958"/>
                <a:ext cx="3203335" cy="298112"/>
              </a:xfrm>
              <a:prstGeom prst="flowChartProcess">
                <a:avLst/>
              </a:prstGeom>
              <a:solidFill>
                <a:schemeClr val="accent5">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600" dirty="0">
                  <a:solidFill>
                    <a:schemeClr val="accent5"/>
                  </a:solidFill>
                </a:endParaRPr>
              </a:p>
            </p:txBody>
          </p:sp>
          <p:sp>
            <p:nvSpPr>
              <p:cNvPr id="27" name="Flowchart: Process 26">
                <a:extLst>
                  <a:ext uri="{FF2B5EF4-FFF2-40B4-BE49-F238E27FC236}">
                    <a16:creationId xmlns:a16="http://schemas.microsoft.com/office/drawing/2014/main" id="{CA41595B-42D7-2754-B62E-CF66CE14015B}"/>
                  </a:ext>
                </a:extLst>
              </p:cNvPr>
              <p:cNvSpPr/>
              <p:nvPr/>
            </p:nvSpPr>
            <p:spPr>
              <a:xfrm>
                <a:off x="6335944" y="4559741"/>
                <a:ext cx="2830498" cy="255385"/>
              </a:xfrm>
              <a:prstGeom prst="flowChartProcess">
                <a:avLst/>
              </a:prstGeom>
              <a:solidFill>
                <a:schemeClr val="accent5">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600" dirty="0">
                  <a:solidFill>
                    <a:schemeClr val="accent5"/>
                  </a:solidFill>
                </a:endParaRPr>
              </a:p>
            </p:txBody>
          </p:sp>
          <p:sp>
            <p:nvSpPr>
              <p:cNvPr id="28" name="Flowchart: Process 27">
                <a:extLst>
                  <a:ext uri="{FF2B5EF4-FFF2-40B4-BE49-F238E27FC236}">
                    <a16:creationId xmlns:a16="http://schemas.microsoft.com/office/drawing/2014/main" id="{1D2F712B-6925-033F-103C-67895D1F878B}"/>
                  </a:ext>
                </a:extLst>
              </p:cNvPr>
              <p:cNvSpPr/>
              <p:nvPr/>
            </p:nvSpPr>
            <p:spPr>
              <a:xfrm>
                <a:off x="6671816" y="4212613"/>
                <a:ext cx="2494626" cy="298112"/>
              </a:xfrm>
              <a:prstGeom prst="flowChartProcess">
                <a:avLst/>
              </a:prstGeom>
              <a:solidFill>
                <a:schemeClr val="accent5">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600" dirty="0">
                  <a:solidFill>
                    <a:schemeClr val="accent5"/>
                  </a:solidFill>
                </a:endParaRPr>
              </a:p>
            </p:txBody>
          </p:sp>
          <p:cxnSp>
            <p:nvCxnSpPr>
              <p:cNvPr id="29" name="Straight Arrow Connector 28">
                <a:extLst>
                  <a:ext uri="{FF2B5EF4-FFF2-40B4-BE49-F238E27FC236}">
                    <a16:creationId xmlns:a16="http://schemas.microsoft.com/office/drawing/2014/main" id="{54DEC5E5-0944-4A8A-FB21-1D891E11C420}"/>
                  </a:ext>
                </a:extLst>
              </p:cNvPr>
              <p:cNvCxnSpPr>
                <a:cxnSpLocks/>
              </p:cNvCxnSpPr>
              <p:nvPr/>
            </p:nvCxnSpPr>
            <p:spPr>
              <a:xfrm flipV="1">
                <a:off x="9324513" y="3811512"/>
                <a:ext cx="0" cy="1722066"/>
              </a:xfrm>
              <a:prstGeom prst="straightConnector1">
                <a:avLst/>
              </a:prstGeom>
              <a:ln w="47625">
                <a:solidFill>
                  <a:schemeClr val="tx2">
                    <a:lumMod val="10000"/>
                    <a:lumOff val="90000"/>
                  </a:schemeClr>
                </a:solidFill>
                <a:tailEnd type="triangle"/>
              </a:ln>
            </p:spPr>
            <p:style>
              <a:lnRef idx="3">
                <a:schemeClr val="accent3"/>
              </a:lnRef>
              <a:fillRef idx="0">
                <a:schemeClr val="accent3"/>
              </a:fillRef>
              <a:effectRef idx="2">
                <a:schemeClr val="accent3"/>
              </a:effectRef>
              <a:fontRef idx="minor">
                <a:schemeClr val="tx1"/>
              </a:fontRef>
            </p:style>
          </p:cxnSp>
          <p:sp>
            <p:nvSpPr>
              <p:cNvPr id="38" name="Flowchart: Process 37">
                <a:extLst>
                  <a:ext uri="{FF2B5EF4-FFF2-40B4-BE49-F238E27FC236}">
                    <a16:creationId xmlns:a16="http://schemas.microsoft.com/office/drawing/2014/main" id="{B7EF93C0-9767-5CB7-88EE-94FFC93BEE31}"/>
                  </a:ext>
                </a:extLst>
              </p:cNvPr>
              <p:cNvSpPr/>
              <p:nvPr/>
            </p:nvSpPr>
            <p:spPr>
              <a:xfrm>
                <a:off x="5643145" y="5235466"/>
                <a:ext cx="3527490" cy="298112"/>
              </a:xfrm>
              <a:prstGeom prst="flowChartProcess">
                <a:avLst/>
              </a:prstGeom>
              <a:solidFill>
                <a:schemeClr val="accent5">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600" dirty="0">
                  <a:solidFill>
                    <a:schemeClr val="accent5"/>
                  </a:solidFill>
                </a:endParaRPr>
              </a:p>
            </p:txBody>
          </p:sp>
        </p:grpSp>
        <p:sp>
          <p:nvSpPr>
            <p:cNvPr id="25" name="TextBox 24">
              <a:extLst>
                <a:ext uri="{FF2B5EF4-FFF2-40B4-BE49-F238E27FC236}">
                  <a16:creationId xmlns:a16="http://schemas.microsoft.com/office/drawing/2014/main" id="{184E03F0-94B4-E5AA-D222-05BC15D20680}"/>
                </a:ext>
              </a:extLst>
            </p:cNvPr>
            <p:cNvSpPr txBox="1"/>
            <p:nvPr/>
          </p:nvSpPr>
          <p:spPr>
            <a:xfrm>
              <a:off x="7888628" y="4599180"/>
              <a:ext cx="2138401" cy="369332"/>
            </a:xfrm>
            <a:prstGeom prst="rect">
              <a:avLst/>
            </a:prstGeom>
            <a:noFill/>
          </p:spPr>
          <p:txBody>
            <a:bodyPr wrap="square" rtlCol="0">
              <a:spAutoFit/>
            </a:bodyPr>
            <a:lstStyle/>
            <a:p>
              <a:r>
                <a:rPr lang="en-US" dirty="0">
                  <a:solidFill>
                    <a:schemeClr val="tx2"/>
                  </a:solidFill>
                  <a:latin typeface="Times New Roman" panose="02020603050405020304" pitchFamily="18" charset="0"/>
                  <a:cs typeface="Times New Roman" panose="02020603050405020304" pitchFamily="18" charset="0"/>
                </a:rPr>
                <a:t>    QUALITY </a:t>
              </a:r>
            </a:p>
          </p:txBody>
        </p:sp>
        <p:sp>
          <p:nvSpPr>
            <p:cNvPr id="22" name="TextBox 21">
              <a:extLst>
                <a:ext uri="{FF2B5EF4-FFF2-40B4-BE49-F238E27FC236}">
                  <a16:creationId xmlns:a16="http://schemas.microsoft.com/office/drawing/2014/main" id="{208C8531-6DE9-0FF5-954F-317E7DD34596}"/>
                </a:ext>
              </a:extLst>
            </p:cNvPr>
            <p:cNvSpPr txBox="1"/>
            <p:nvPr/>
          </p:nvSpPr>
          <p:spPr>
            <a:xfrm>
              <a:off x="7773697" y="4934388"/>
              <a:ext cx="1787360" cy="369332"/>
            </a:xfrm>
            <a:prstGeom prst="rect">
              <a:avLst/>
            </a:prstGeom>
            <a:noFill/>
          </p:spPr>
          <p:txBody>
            <a:bodyPr wrap="square" rtlCol="0">
              <a:spAutoFit/>
            </a:bodyPr>
            <a:lstStyle/>
            <a:p>
              <a:r>
                <a:rPr lang="en-US" dirty="0">
                  <a:solidFill>
                    <a:schemeClr val="tx2"/>
                  </a:solidFill>
                  <a:latin typeface="Times New Roman" panose="02020603050405020304" pitchFamily="18" charset="0"/>
                  <a:cs typeface="Times New Roman" panose="02020603050405020304" pitchFamily="18" charset="0"/>
                </a:rPr>
                <a:t>SCALABILITY</a:t>
              </a:r>
            </a:p>
          </p:txBody>
        </p:sp>
        <p:sp>
          <p:nvSpPr>
            <p:cNvPr id="23" name="TextBox 22">
              <a:extLst>
                <a:ext uri="{FF2B5EF4-FFF2-40B4-BE49-F238E27FC236}">
                  <a16:creationId xmlns:a16="http://schemas.microsoft.com/office/drawing/2014/main" id="{A1148719-4F2C-F3F4-4372-D78E00FC232C}"/>
                </a:ext>
              </a:extLst>
            </p:cNvPr>
            <p:cNvSpPr txBox="1"/>
            <p:nvPr/>
          </p:nvSpPr>
          <p:spPr>
            <a:xfrm>
              <a:off x="8380109" y="4268738"/>
              <a:ext cx="2138406" cy="369332"/>
            </a:xfrm>
            <a:prstGeom prst="rect">
              <a:avLst/>
            </a:prstGeom>
            <a:noFill/>
          </p:spPr>
          <p:txBody>
            <a:bodyPr wrap="none" rtlCol="0">
              <a:spAutoFit/>
            </a:bodyPr>
            <a:lstStyle/>
            <a:p>
              <a:r>
                <a:rPr lang="en-US" sz="1800" dirty="0">
                  <a:solidFill>
                    <a:schemeClr val="tx2"/>
                  </a:solidFill>
                  <a:latin typeface="Times New Roman" panose="02020603050405020304" pitchFamily="18" charset="0"/>
                  <a:cs typeface="Times New Roman" panose="02020603050405020304" pitchFamily="18" charset="0"/>
                </a:rPr>
                <a:t>TIME TO MARKET</a:t>
              </a:r>
              <a:endParaRPr lang="en-US" dirty="0">
                <a:solidFill>
                  <a:schemeClr val="tx2"/>
                </a:solidFill>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7BA0A2A2-07CC-36C2-4D3C-26336BC35849}"/>
                </a:ext>
              </a:extLst>
            </p:cNvPr>
            <p:cNvSpPr txBox="1"/>
            <p:nvPr/>
          </p:nvSpPr>
          <p:spPr>
            <a:xfrm>
              <a:off x="7453009" y="5279548"/>
              <a:ext cx="1787360" cy="369332"/>
            </a:xfrm>
            <a:prstGeom prst="rect">
              <a:avLst/>
            </a:prstGeom>
            <a:noFill/>
          </p:spPr>
          <p:txBody>
            <a:bodyPr wrap="square" rtlCol="0">
              <a:spAutoFit/>
            </a:bodyPr>
            <a:lstStyle/>
            <a:p>
              <a:r>
                <a:rPr lang="en-US" dirty="0">
                  <a:solidFill>
                    <a:schemeClr val="tx2"/>
                  </a:solidFill>
                  <a:latin typeface="Times New Roman" panose="02020603050405020304" pitchFamily="18" charset="0"/>
                  <a:cs typeface="Times New Roman" panose="02020603050405020304" pitchFamily="18" charset="0"/>
                </a:rPr>
                <a:t>REUSABILITY</a:t>
              </a:r>
            </a:p>
          </p:txBody>
        </p:sp>
      </p:grpSp>
    </p:spTree>
    <p:extLst>
      <p:ext uri="{BB962C8B-B14F-4D97-AF65-F5344CB8AC3E}">
        <p14:creationId xmlns:p14="http://schemas.microsoft.com/office/powerpoint/2010/main" val="919667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46B07-47C7-44FF-01B4-2D2D227906D8}"/>
              </a:ext>
            </a:extLst>
          </p:cNvPr>
          <p:cNvSpPr>
            <a:spLocks noGrp="1"/>
          </p:cNvSpPr>
          <p:nvPr>
            <p:ph type="title"/>
          </p:nvPr>
        </p:nvSpPr>
        <p:spPr/>
        <p:txBody>
          <a:bodyPr/>
          <a:lstStyle/>
          <a:p>
            <a:r>
              <a:rPr lang="en-US" sz="2400" dirty="0">
                <a:latin typeface="Times New Roman" panose="02020603050405020304" pitchFamily="18" charset="0"/>
                <a:cs typeface="Times New Roman" panose="02020603050405020304" pitchFamily="18" charset="0"/>
              </a:rPr>
              <a:t> EcuAppM - Introduction</a:t>
            </a:r>
          </a:p>
        </p:txBody>
      </p:sp>
      <p:sp>
        <p:nvSpPr>
          <p:cNvPr id="3" name="Slide Number Placeholder 2">
            <a:extLst>
              <a:ext uri="{FF2B5EF4-FFF2-40B4-BE49-F238E27FC236}">
                <a16:creationId xmlns:a16="http://schemas.microsoft.com/office/drawing/2014/main" id="{0455E7A8-20FC-7FD7-7E74-9BFB15AA5828}"/>
              </a:ext>
            </a:extLst>
          </p:cNvPr>
          <p:cNvSpPr>
            <a:spLocks noGrp="1"/>
          </p:cNvSpPr>
          <p:nvPr>
            <p:ph type="sldNum" sz="quarter" idx="11"/>
          </p:nvPr>
        </p:nvSpPr>
        <p:spPr/>
        <p:txBody>
          <a:bodyPr/>
          <a:lstStyle/>
          <a:p>
            <a:pPr>
              <a:defRPr/>
            </a:pPr>
            <a:fld id="{976FD3BF-6627-4C73-B326-16A2F7B5A470}" type="slidenum">
              <a:rPr lang="en-US" smtClean="0"/>
              <a:pPr>
                <a:defRPr/>
              </a:pPr>
              <a:t>3</a:t>
            </a:fld>
            <a:endParaRPr lang="en-US" dirty="0"/>
          </a:p>
        </p:txBody>
      </p:sp>
      <p:sp>
        <p:nvSpPr>
          <p:cNvPr id="4" name="Rectangle 3">
            <a:extLst>
              <a:ext uri="{FF2B5EF4-FFF2-40B4-BE49-F238E27FC236}">
                <a16:creationId xmlns:a16="http://schemas.microsoft.com/office/drawing/2014/main" id="{73EF65AD-9F89-B60E-7F0F-4481EFF642D2}"/>
              </a:ext>
            </a:extLst>
          </p:cNvPr>
          <p:cNvSpPr/>
          <p:nvPr/>
        </p:nvSpPr>
        <p:spPr>
          <a:xfrm>
            <a:off x="535856" y="768096"/>
            <a:ext cx="9835581" cy="4739759"/>
          </a:xfrm>
          <a:prstGeom prst="rect">
            <a:avLst/>
          </a:prstGeom>
        </p:spPr>
        <p:txBody>
          <a:bodyPr wrap="square">
            <a:spAutoFit/>
          </a:bodyPr>
          <a:lstStyle/>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The name “EcuAppM” refers “</a:t>
            </a:r>
            <a:r>
              <a:rPr lang="en-US" sz="1600" i="1" dirty="0">
                <a:latin typeface="Times New Roman" panose="02020603050405020304" pitchFamily="18" charset="0"/>
                <a:cs typeface="Times New Roman" panose="02020603050405020304" pitchFamily="18" charset="0"/>
              </a:rPr>
              <a:t>Ecu Application manager</a:t>
            </a: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A generic manager which manages the sequence of prerequisite functionalities required to run the applications in an ECU.</a:t>
            </a:r>
            <a:r>
              <a:rPr lang="en-US" sz="1600" dirty="0">
                <a:latin typeface="Times New Roman" panose="02020603050405020304" pitchFamily="18" charset="0"/>
                <a:cs typeface="Times New Roman" panose="02020603050405020304" pitchFamily="18" charset="0"/>
              </a:rPr>
              <a:t>  This component manages life cycle of an ECU application starting from  powerup sequence, activating application components and performing shutdown activities. This manager is independent of underlying hardware and the type of the application it is managing. </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Supported Functionalities </a:t>
            </a:r>
          </a:p>
          <a:p>
            <a:pPr marL="285750" indent="-28575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1657350" lvl="3" indent="-28575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Validation of the Wakeup’s</a:t>
            </a:r>
          </a:p>
          <a:p>
            <a:pPr marL="1657350" lvl="3" indent="-28575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Triggers powerup and power down sequences</a:t>
            </a:r>
          </a:p>
          <a:p>
            <a:pPr marL="1657350" lvl="3" indent="-28575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Triggers NVM read all sequences</a:t>
            </a:r>
          </a:p>
          <a:p>
            <a:pPr marL="1657350" lvl="3" indent="-28575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Responsible for spawning Power manager and system control applications</a:t>
            </a:r>
          </a:p>
          <a:p>
            <a:pPr marL="1657350" lvl="3" indent="-28575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Activation and deactivation of application components</a:t>
            </a:r>
          </a:p>
          <a:p>
            <a:pPr marL="1657350" lvl="3" indent="-28575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Backing up the application data.</a:t>
            </a:r>
          </a:p>
          <a:p>
            <a:pPr marL="1657350" lvl="3" indent="-28575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Supports partial wakeup strategies</a:t>
            </a:r>
          </a:p>
          <a:p>
            <a:pPr marL="1657350" lvl="3" indent="-285750">
              <a:buFont typeface="Wingdings" panose="05000000000000000000" pitchFamily="2" charset="2"/>
              <a:buChar char="Ø"/>
            </a:pPr>
            <a:endParaRPr lang="en-US" dirty="0">
              <a:solidFill>
                <a:srgbClr val="000000"/>
              </a:solidFill>
              <a:latin typeface="Times New Roman" panose="02020603050405020304" pitchFamily="18" charset="0"/>
              <a:cs typeface="Times New Roman" panose="02020603050405020304" pitchFamily="18" charset="0"/>
            </a:endParaRPr>
          </a:p>
          <a:p>
            <a:pPr lvl="3"/>
            <a:endParaRPr lang="en-US" dirty="0">
              <a:solidFill>
                <a:srgbClr val="000000"/>
              </a:solidFill>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q"/>
            </a:pPr>
            <a:endParaRPr lang="en-US" dirty="0">
              <a:solidFill>
                <a:srgbClr val="000000"/>
              </a:solidFill>
              <a:latin typeface="Times New Roman" panose="02020603050405020304" pitchFamily="18" charset="0"/>
              <a:cs typeface="Times New Roman" panose="02020603050405020304" pitchFamily="18" charset="0"/>
            </a:endParaRPr>
          </a:p>
          <a:p>
            <a:endParaRPr lang="en-US" sz="16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328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46B07-47C7-44FF-01B4-2D2D227906D8}"/>
              </a:ext>
            </a:extLst>
          </p:cNvPr>
          <p:cNvSpPr>
            <a:spLocks noGrp="1"/>
          </p:cNvSpPr>
          <p:nvPr>
            <p:ph type="title"/>
          </p:nvPr>
        </p:nvSpPr>
        <p:spPr/>
        <p:txBody>
          <a:bodyPr/>
          <a:lstStyle/>
          <a:p>
            <a:r>
              <a:rPr lang="en-US" sz="2400" dirty="0">
                <a:latin typeface="Times New Roman" panose="02020603050405020304" pitchFamily="18" charset="0"/>
                <a:cs typeface="Times New Roman" panose="02020603050405020304" pitchFamily="18" charset="0"/>
              </a:rPr>
              <a:t> EcuAppM – Architecture</a:t>
            </a:r>
          </a:p>
        </p:txBody>
      </p:sp>
      <p:sp>
        <p:nvSpPr>
          <p:cNvPr id="3" name="Slide Number Placeholder 2">
            <a:extLst>
              <a:ext uri="{FF2B5EF4-FFF2-40B4-BE49-F238E27FC236}">
                <a16:creationId xmlns:a16="http://schemas.microsoft.com/office/drawing/2014/main" id="{0455E7A8-20FC-7FD7-7E74-9BFB15AA5828}"/>
              </a:ext>
            </a:extLst>
          </p:cNvPr>
          <p:cNvSpPr>
            <a:spLocks noGrp="1"/>
          </p:cNvSpPr>
          <p:nvPr>
            <p:ph type="sldNum" sz="quarter" idx="11"/>
          </p:nvPr>
        </p:nvSpPr>
        <p:spPr/>
        <p:txBody>
          <a:bodyPr/>
          <a:lstStyle/>
          <a:p>
            <a:pPr>
              <a:defRPr/>
            </a:pPr>
            <a:fld id="{976FD3BF-6627-4C73-B326-16A2F7B5A470}" type="slidenum">
              <a:rPr lang="en-US" smtClean="0"/>
              <a:pPr>
                <a:defRPr/>
              </a:pPr>
              <a:t>4</a:t>
            </a:fld>
            <a:endParaRPr lang="en-US" dirty="0"/>
          </a:p>
        </p:txBody>
      </p:sp>
      <p:grpSp>
        <p:nvGrpSpPr>
          <p:cNvPr id="4" name="Group 3">
            <a:extLst>
              <a:ext uri="{FF2B5EF4-FFF2-40B4-BE49-F238E27FC236}">
                <a16:creationId xmlns:a16="http://schemas.microsoft.com/office/drawing/2014/main" id="{23B55BB5-8D32-5311-0924-B807914B2173}"/>
              </a:ext>
            </a:extLst>
          </p:cNvPr>
          <p:cNvGrpSpPr/>
          <p:nvPr/>
        </p:nvGrpSpPr>
        <p:grpSpPr>
          <a:xfrm>
            <a:off x="1674710" y="1543470"/>
            <a:ext cx="7378849" cy="3771059"/>
            <a:chOff x="1034692" y="886066"/>
            <a:chExt cx="7378849" cy="3771059"/>
          </a:xfrm>
        </p:grpSpPr>
        <p:grpSp>
          <p:nvGrpSpPr>
            <p:cNvPr id="5" name="Group 4">
              <a:extLst>
                <a:ext uri="{FF2B5EF4-FFF2-40B4-BE49-F238E27FC236}">
                  <a16:creationId xmlns:a16="http://schemas.microsoft.com/office/drawing/2014/main" id="{AC261735-524C-FC39-5F76-EB369AEAD329}"/>
                </a:ext>
              </a:extLst>
            </p:cNvPr>
            <p:cNvGrpSpPr/>
            <p:nvPr/>
          </p:nvGrpSpPr>
          <p:grpSpPr>
            <a:xfrm>
              <a:off x="1034692" y="886066"/>
              <a:ext cx="7378849" cy="3771059"/>
              <a:chOff x="390393" y="821387"/>
              <a:chExt cx="7378849" cy="3771059"/>
            </a:xfrm>
          </p:grpSpPr>
          <p:sp>
            <p:nvSpPr>
              <p:cNvPr id="12" name="Rectangle 11">
                <a:extLst>
                  <a:ext uri="{FF2B5EF4-FFF2-40B4-BE49-F238E27FC236}">
                    <a16:creationId xmlns:a16="http://schemas.microsoft.com/office/drawing/2014/main" id="{5DF82B4F-EC8B-EC50-A445-45146BA5785F}"/>
                  </a:ext>
                </a:extLst>
              </p:cNvPr>
              <p:cNvSpPr/>
              <p:nvPr/>
            </p:nvSpPr>
            <p:spPr>
              <a:xfrm>
                <a:off x="390393" y="2095953"/>
                <a:ext cx="7368013" cy="206964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400" dirty="0">
                    <a:solidFill>
                      <a:srgbClr val="E55350"/>
                    </a:solidFill>
                  </a:rPr>
                  <a:t>  </a:t>
                </a:r>
              </a:p>
            </p:txBody>
          </p:sp>
          <p:sp>
            <p:nvSpPr>
              <p:cNvPr id="13" name="Rectangle 12">
                <a:extLst>
                  <a:ext uri="{FF2B5EF4-FFF2-40B4-BE49-F238E27FC236}">
                    <a16:creationId xmlns:a16="http://schemas.microsoft.com/office/drawing/2014/main" id="{91345DB8-F98C-6CE6-2AFA-8A56AC5491E3}"/>
                  </a:ext>
                </a:extLst>
              </p:cNvPr>
              <p:cNvSpPr/>
              <p:nvPr/>
            </p:nvSpPr>
            <p:spPr>
              <a:xfrm>
                <a:off x="6944914" y="2178604"/>
                <a:ext cx="753794" cy="188549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6D0C7D45-A651-0D17-48E0-3DCBF3E9813E}"/>
                  </a:ext>
                </a:extLst>
              </p:cNvPr>
              <p:cNvGrpSpPr/>
              <p:nvPr/>
            </p:nvGrpSpPr>
            <p:grpSpPr>
              <a:xfrm>
                <a:off x="455446" y="2170537"/>
                <a:ext cx="1354704" cy="1893565"/>
                <a:chOff x="455446" y="2170537"/>
                <a:chExt cx="1354704" cy="1893565"/>
              </a:xfrm>
            </p:grpSpPr>
            <p:grpSp>
              <p:nvGrpSpPr>
                <p:cNvPr id="46" name="Group 45">
                  <a:extLst>
                    <a:ext uri="{FF2B5EF4-FFF2-40B4-BE49-F238E27FC236}">
                      <a16:creationId xmlns:a16="http://schemas.microsoft.com/office/drawing/2014/main" id="{568CB94C-581F-49F2-101A-343F440CDD82}"/>
                    </a:ext>
                  </a:extLst>
                </p:cNvPr>
                <p:cNvGrpSpPr/>
                <p:nvPr/>
              </p:nvGrpSpPr>
              <p:grpSpPr>
                <a:xfrm>
                  <a:off x="455446" y="2170537"/>
                  <a:ext cx="1354704" cy="1893565"/>
                  <a:chOff x="455446" y="2170537"/>
                  <a:chExt cx="1354704" cy="1893565"/>
                </a:xfrm>
              </p:grpSpPr>
              <p:sp>
                <p:nvSpPr>
                  <p:cNvPr id="48" name="Rectangle 47">
                    <a:extLst>
                      <a:ext uri="{FF2B5EF4-FFF2-40B4-BE49-F238E27FC236}">
                        <a16:creationId xmlns:a16="http://schemas.microsoft.com/office/drawing/2014/main" id="{8ED2084C-6D3B-BCB7-A166-5C8638D26D3F}"/>
                      </a:ext>
                    </a:extLst>
                  </p:cNvPr>
                  <p:cNvSpPr/>
                  <p:nvPr/>
                </p:nvSpPr>
                <p:spPr>
                  <a:xfrm>
                    <a:off x="455446" y="2171245"/>
                    <a:ext cx="757843" cy="18928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B5E33002-0378-A1B2-DBC2-5AF1B8466A50}"/>
                      </a:ext>
                    </a:extLst>
                  </p:cNvPr>
                  <p:cNvSpPr/>
                  <p:nvPr/>
                </p:nvSpPr>
                <p:spPr>
                  <a:xfrm>
                    <a:off x="616428" y="2170537"/>
                    <a:ext cx="1193722" cy="5379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7" name="TextBox 46">
                  <a:extLst>
                    <a:ext uri="{FF2B5EF4-FFF2-40B4-BE49-F238E27FC236}">
                      <a16:creationId xmlns:a16="http://schemas.microsoft.com/office/drawing/2014/main" id="{B13323A5-6DFE-610F-A799-5B69BC4298C0}"/>
                    </a:ext>
                  </a:extLst>
                </p:cNvPr>
                <p:cNvSpPr txBox="1"/>
                <p:nvPr/>
              </p:nvSpPr>
              <p:spPr>
                <a:xfrm>
                  <a:off x="561392" y="2192784"/>
                  <a:ext cx="1136850" cy="246221"/>
                </a:xfrm>
                <a:prstGeom prst="rect">
                  <a:avLst/>
                </a:prstGeom>
                <a:noFill/>
              </p:spPr>
              <p:txBody>
                <a:bodyPr wrap="none" rtlCol="0">
                  <a:spAutoFit/>
                </a:bodyPr>
                <a:lstStyle/>
                <a:p>
                  <a:r>
                    <a:rPr lang="en-US" sz="1000" dirty="0"/>
                    <a:t>System Services</a:t>
                  </a:r>
                </a:p>
              </p:txBody>
            </p:sp>
          </p:grpSp>
          <p:grpSp>
            <p:nvGrpSpPr>
              <p:cNvPr id="15" name="Group 14">
                <a:extLst>
                  <a:ext uri="{FF2B5EF4-FFF2-40B4-BE49-F238E27FC236}">
                    <a16:creationId xmlns:a16="http://schemas.microsoft.com/office/drawing/2014/main" id="{DE9F8F78-B814-3086-6C8D-CD22780DAD5B}"/>
                  </a:ext>
                </a:extLst>
              </p:cNvPr>
              <p:cNvGrpSpPr/>
              <p:nvPr/>
            </p:nvGrpSpPr>
            <p:grpSpPr>
              <a:xfrm>
                <a:off x="1857382" y="2170536"/>
                <a:ext cx="1229119" cy="529659"/>
                <a:chOff x="1857382" y="2170536"/>
                <a:chExt cx="1229119" cy="529659"/>
              </a:xfrm>
            </p:grpSpPr>
            <p:sp>
              <p:nvSpPr>
                <p:cNvPr id="44" name="Rectangle 43">
                  <a:extLst>
                    <a:ext uri="{FF2B5EF4-FFF2-40B4-BE49-F238E27FC236}">
                      <a16:creationId xmlns:a16="http://schemas.microsoft.com/office/drawing/2014/main" id="{00CB273C-665B-2C36-9323-E71921273C87}"/>
                    </a:ext>
                  </a:extLst>
                </p:cNvPr>
                <p:cNvSpPr/>
                <p:nvPr/>
              </p:nvSpPr>
              <p:spPr>
                <a:xfrm>
                  <a:off x="1857382" y="2170536"/>
                  <a:ext cx="1229119" cy="529659"/>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095C98A4-17FD-4B2D-3787-1A2795102684}"/>
                    </a:ext>
                  </a:extLst>
                </p:cNvPr>
                <p:cNvSpPr txBox="1"/>
                <p:nvPr/>
              </p:nvSpPr>
              <p:spPr>
                <a:xfrm>
                  <a:off x="1887855" y="2284285"/>
                  <a:ext cx="1152880" cy="246221"/>
                </a:xfrm>
                <a:prstGeom prst="rect">
                  <a:avLst/>
                </a:prstGeom>
                <a:noFill/>
              </p:spPr>
              <p:txBody>
                <a:bodyPr wrap="none" rtlCol="0">
                  <a:spAutoFit/>
                </a:bodyPr>
                <a:lstStyle/>
                <a:p>
                  <a:r>
                    <a:rPr lang="en-US" sz="1000" dirty="0"/>
                    <a:t>Memory services</a:t>
                  </a:r>
                </a:p>
              </p:txBody>
            </p:sp>
          </p:grpSp>
          <p:grpSp>
            <p:nvGrpSpPr>
              <p:cNvPr id="16" name="Group 15">
                <a:extLst>
                  <a:ext uri="{FF2B5EF4-FFF2-40B4-BE49-F238E27FC236}">
                    <a16:creationId xmlns:a16="http://schemas.microsoft.com/office/drawing/2014/main" id="{FF1DCC2C-22C2-F711-8BDE-58A3152259E8}"/>
                  </a:ext>
                </a:extLst>
              </p:cNvPr>
              <p:cNvGrpSpPr/>
              <p:nvPr/>
            </p:nvGrpSpPr>
            <p:grpSpPr>
              <a:xfrm>
                <a:off x="3138375" y="2170535"/>
                <a:ext cx="1278270" cy="529659"/>
                <a:chOff x="3138375" y="2170535"/>
                <a:chExt cx="1278270" cy="529659"/>
              </a:xfrm>
            </p:grpSpPr>
            <p:sp>
              <p:nvSpPr>
                <p:cNvPr id="42" name="Rectangle 41">
                  <a:extLst>
                    <a:ext uri="{FF2B5EF4-FFF2-40B4-BE49-F238E27FC236}">
                      <a16:creationId xmlns:a16="http://schemas.microsoft.com/office/drawing/2014/main" id="{F6B72E60-4E72-90F1-9ECE-4AF5135C937A}"/>
                    </a:ext>
                  </a:extLst>
                </p:cNvPr>
                <p:cNvSpPr/>
                <p:nvPr/>
              </p:nvSpPr>
              <p:spPr>
                <a:xfrm>
                  <a:off x="3138375" y="2170535"/>
                  <a:ext cx="1278270" cy="529659"/>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E7F1D04C-D1B6-7BC1-F9CC-84887A0BF464}"/>
                    </a:ext>
                  </a:extLst>
                </p:cNvPr>
                <p:cNvSpPr txBox="1"/>
                <p:nvPr/>
              </p:nvSpPr>
              <p:spPr>
                <a:xfrm>
                  <a:off x="3207757" y="2235309"/>
                  <a:ext cx="1072730" cy="400110"/>
                </a:xfrm>
                <a:prstGeom prst="rect">
                  <a:avLst/>
                </a:prstGeom>
                <a:noFill/>
              </p:spPr>
              <p:txBody>
                <a:bodyPr wrap="none" rtlCol="0">
                  <a:spAutoFit/>
                </a:bodyPr>
                <a:lstStyle/>
                <a:p>
                  <a:r>
                    <a:rPr lang="en-US" sz="1000" dirty="0"/>
                    <a:t>Communication</a:t>
                  </a:r>
                </a:p>
                <a:p>
                  <a:r>
                    <a:rPr lang="en-US" sz="1000" dirty="0"/>
                    <a:t>     services</a:t>
                  </a:r>
                </a:p>
              </p:txBody>
            </p:sp>
          </p:grpSp>
          <p:grpSp>
            <p:nvGrpSpPr>
              <p:cNvPr id="17" name="Group 16">
                <a:extLst>
                  <a:ext uri="{FF2B5EF4-FFF2-40B4-BE49-F238E27FC236}">
                    <a16:creationId xmlns:a16="http://schemas.microsoft.com/office/drawing/2014/main" id="{6A0279D6-5661-F38F-DDED-312FDBC25662}"/>
                  </a:ext>
                </a:extLst>
              </p:cNvPr>
              <p:cNvGrpSpPr/>
              <p:nvPr/>
            </p:nvGrpSpPr>
            <p:grpSpPr>
              <a:xfrm>
                <a:off x="4458941" y="2183831"/>
                <a:ext cx="1285929" cy="505831"/>
                <a:chOff x="4458941" y="2183831"/>
                <a:chExt cx="1285929" cy="505831"/>
              </a:xfrm>
            </p:grpSpPr>
            <p:sp>
              <p:nvSpPr>
                <p:cNvPr id="40" name="Rectangle 39">
                  <a:extLst>
                    <a:ext uri="{FF2B5EF4-FFF2-40B4-BE49-F238E27FC236}">
                      <a16:creationId xmlns:a16="http://schemas.microsoft.com/office/drawing/2014/main" id="{25C7EFC9-84EA-7955-7208-34830ABA8407}"/>
                    </a:ext>
                  </a:extLst>
                </p:cNvPr>
                <p:cNvSpPr/>
                <p:nvPr/>
              </p:nvSpPr>
              <p:spPr>
                <a:xfrm>
                  <a:off x="4465175" y="2183831"/>
                  <a:ext cx="1278270" cy="505831"/>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FAAA066C-EB25-9A3E-0242-6F709A4D8658}"/>
                    </a:ext>
                  </a:extLst>
                </p:cNvPr>
                <p:cNvSpPr txBox="1"/>
                <p:nvPr/>
              </p:nvSpPr>
              <p:spPr>
                <a:xfrm>
                  <a:off x="4458941" y="2303160"/>
                  <a:ext cx="1285929" cy="246221"/>
                </a:xfrm>
                <a:prstGeom prst="rect">
                  <a:avLst/>
                </a:prstGeom>
                <a:noFill/>
              </p:spPr>
              <p:txBody>
                <a:bodyPr wrap="none" rtlCol="0">
                  <a:spAutoFit/>
                </a:bodyPr>
                <a:lstStyle/>
                <a:p>
                  <a:r>
                    <a:rPr lang="en-US" sz="1000" dirty="0"/>
                    <a:t>Diagnostic services</a:t>
                  </a:r>
                </a:p>
              </p:txBody>
            </p:sp>
          </p:grpSp>
          <p:grpSp>
            <p:nvGrpSpPr>
              <p:cNvPr id="18" name="Group 17">
                <a:extLst>
                  <a:ext uri="{FF2B5EF4-FFF2-40B4-BE49-F238E27FC236}">
                    <a16:creationId xmlns:a16="http://schemas.microsoft.com/office/drawing/2014/main" id="{5CBEF506-CB57-51D2-D27B-9530CF84DA77}"/>
                  </a:ext>
                </a:extLst>
              </p:cNvPr>
              <p:cNvGrpSpPr/>
              <p:nvPr/>
            </p:nvGrpSpPr>
            <p:grpSpPr>
              <a:xfrm>
                <a:off x="1240360" y="2748809"/>
                <a:ext cx="4518170" cy="628073"/>
                <a:chOff x="1240360" y="2748809"/>
                <a:chExt cx="4518170" cy="628073"/>
              </a:xfrm>
            </p:grpSpPr>
            <p:sp>
              <p:nvSpPr>
                <p:cNvPr id="38" name="Rectangle 37">
                  <a:extLst>
                    <a:ext uri="{FF2B5EF4-FFF2-40B4-BE49-F238E27FC236}">
                      <a16:creationId xmlns:a16="http://schemas.microsoft.com/office/drawing/2014/main" id="{8257D76E-BB2C-2B55-6707-DCF8C65B5C95}"/>
                    </a:ext>
                  </a:extLst>
                </p:cNvPr>
                <p:cNvSpPr/>
                <p:nvPr/>
              </p:nvSpPr>
              <p:spPr>
                <a:xfrm>
                  <a:off x="1240360" y="2748809"/>
                  <a:ext cx="4518170" cy="628073"/>
                </a:xfrm>
                <a:prstGeom prst="rect">
                  <a:avLst/>
                </a:prstGeom>
                <a:solidFill>
                  <a:srgbClr val="06245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39" name="TextBox 38">
                  <a:extLst>
                    <a:ext uri="{FF2B5EF4-FFF2-40B4-BE49-F238E27FC236}">
                      <a16:creationId xmlns:a16="http://schemas.microsoft.com/office/drawing/2014/main" id="{B4CAF1AE-C23A-4997-20A7-8CFC4CEE08CF}"/>
                    </a:ext>
                  </a:extLst>
                </p:cNvPr>
                <p:cNvSpPr txBox="1"/>
                <p:nvPr/>
              </p:nvSpPr>
              <p:spPr>
                <a:xfrm>
                  <a:off x="2571289" y="2889939"/>
                  <a:ext cx="2166315" cy="279243"/>
                </a:xfrm>
                <a:prstGeom prst="rect">
                  <a:avLst/>
                </a:prstGeom>
                <a:noFill/>
              </p:spPr>
              <p:txBody>
                <a:bodyPr wrap="square" rtlCol="0">
                  <a:spAutoFit/>
                </a:bodyPr>
                <a:lstStyle/>
                <a:p>
                  <a:r>
                    <a:rPr lang="en-US" sz="1200" dirty="0"/>
                    <a:t>Hardware abstraction layer</a:t>
                  </a:r>
                </a:p>
              </p:txBody>
            </p:sp>
          </p:grpSp>
          <p:grpSp>
            <p:nvGrpSpPr>
              <p:cNvPr id="19" name="Group 18">
                <a:extLst>
                  <a:ext uri="{FF2B5EF4-FFF2-40B4-BE49-F238E27FC236}">
                    <a16:creationId xmlns:a16="http://schemas.microsoft.com/office/drawing/2014/main" id="{985FBD76-6C76-EA05-71A4-C09B10C59309}"/>
                  </a:ext>
                </a:extLst>
              </p:cNvPr>
              <p:cNvGrpSpPr/>
              <p:nvPr/>
            </p:nvGrpSpPr>
            <p:grpSpPr>
              <a:xfrm>
                <a:off x="1249596" y="3436029"/>
                <a:ext cx="4518170" cy="628073"/>
                <a:chOff x="1249596" y="3436029"/>
                <a:chExt cx="4518170" cy="628073"/>
              </a:xfrm>
            </p:grpSpPr>
            <p:sp>
              <p:nvSpPr>
                <p:cNvPr id="36" name="Rectangle 35">
                  <a:extLst>
                    <a:ext uri="{FF2B5EF4-FFF2-40B4-BE49-F238E27FC236}">
                      <a16:creationId xmlns:a16="http://schemas.microsoft.com/office/drawing/2014/main" id="{F9C41FED-F015-F325-A6F8-1C59F55713ED}"/>
                    </a:ext>
                  </a:extLst>
                </p:cNvPr>
                <p:cNvSpPr/>
                <p:nvPr/>
              </p:nvSpPr>
              <p:spPr>
                <a:xfrm>
                  <a:off x="1249596" y="3436029"/>
                  <a:ext cx="4518170" cy="628073"/>
                </a:xfrm>
                <a:prstGeom prst="rect">
                  <a:avLst/>
                </a:prstGeom>
                <a:solidFill>
                  <a:srgbClr val="2684A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B6F0EC56-7D5B-56CE-941E-64C1B48589AF}"/>
                    </a:ext>
                  </a:extLst>
                </p:cNvPr>
                <p:cNvSpPr txBox="1"/>
                <p:nvPr/>
              </p:nvSpPr>
              <p:spPr>
                <a:xfrm>
                  <a:off x="2641372" y="3538519"/>
                  <a:ext cx="2166315" cy="279243"/>
                </a:xfrm>
                <a:prstGeom prst="rect">
                  <a:avLst/>
                </a:prstGeom>
                <a:noFill/>
              </p:spPr>
              <p:txBody>
                <a:bodyPr wrap="square" rtlCol="0">
                  <a:spAutoFit/>
                </a:bodyPr>
                <a:lstStyle/>
                <a:p>
                  <a:r>
                    <a:rPr lang="en-US" sz="1200" dirty="0"/>
                    <a:t>MCAL abstraction layer</a:t>
                  </a:r>
                </a:p>
              </p:txBody>
            </p:sp>
          </p:grpSp>
          <p:sp>
            <p:nvSpPr>
              <p:cNvPr id="20" name="TextBox 19">
                <a:extLst>
                  <a:ext uri="{FF2B5EF4-FFF2-40B4-BE49-F238E27FC236}">
                    <a16:creationId xmlns:a16="http://schemas.microsoft.com/office/drawing/2014/main" id="{0FB3A4AF-2D21-96FA-53A2-EEC7D6F5BC3C}"/>
                  </a:ext>
                </a:extLst>
              </p:cNvPr>
              <p:cNvSpPr txBox="1"/>
              <p:nvPr/>
            </p:nvSpPr>
            <p:spPr>
              <a:xfrm>
                <a:off x="6943489" y="2215989"/>
                <a:ext cx="741330" cy="553998"/>
              </a:xfrm>
              <a:prstGeom prst="rect">
                <a:avLst/>
              </a:prstGeom>
              <a:noFill/>
            </p:spPr>
            <p:txBody>
              <a:bodyPr wrap="square" rtlCol="0">
                <a:spAutoFit/>
              </a:bodyPr>
              <a:lstStyle/>
              <a:p>
                <a:r>
                  <a:rPr lang="en-US" sz="1000" dirty="0"/>
                  <a:t>  Complex </a:t>
                </a:r>
              </a:p>
              <a:p>
                <a:r>
                  <a:rPr lang="en-US" sz="1000" dirty="0"/>
                  <a:t>  drivers</a:t>
                </a:r>
              </a:p>
            </p:txBody>
          </p:sp>
          <p:grpSp>
            <p:nvGrpSpPr>
              <p:cNvPr id="21" name="Group 20">
                <a:extLst>
                  <a:ext uri="{FF2B5EF4-FFF2-40B4-BE49-F238E27FC236}">
                    <a16:creationId xmlns:a16="http://schemas.microsoft.com/office/drawing/2014/main" id="{C9CFD0E6-59E6-4374-55D6-99CBE7781AA2}"/>
                  </a:ext>
                </a:extLst>
              </p:cNvPr>
              <p:cNvGrpSpPr/>
              <p:nvPr/>
            </p:nvGrpSpPr>
            <p:grpSpPr>
              <a:xfrm>
                <a:off x="5812637" y="2189054"/>
                <a:ext cx="1087407" cy="1187828"/>
                <a:chOff x="4465176" y="2183831"/>
                <a:chExt cx="1278270" cy="529659"/>
              </a:xfrm>
            </p:grpSpPr>
            <p:sp>
              <p:nvSpPr>
                <p:cNvPr id="34" name="Rectangle 33">
                  <a:extLst>
                    <a:ext uri="{FF2B5EF4-FFF2-40B4-BE49-F238E27FC236}">
                      <a16:creationId xmlns:a16="http://schemas.microsoft.com/office/drawing/2014/main" id="{1AFDBFE7-5571-9F7F-244B-9C2C098F0019}"/>
                    </a:ext>
                  </a:extLst>
                </p:cNvPr>
                <p:cNvSpPr/>
                <p:nvPr/>
              </p:nvSpPr>
              <p:spPr>
                <a:xfrm>
                  <a:off x="4465176" y="2183831"/>
                  <a:ext cx="1278270" cy="529659"/>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03D904D6-F532-7AE5-3B12-AB62BC790F65}"/>
                    </a:ext>
                  </a:extLst>
                </p:cNvPr>
                <p:cNvSpPr txBox="1"/>
                <p:nvPr/>
              </p:nvSpPr>
              <p:spPr>
                <a:xfrm>
                  <a:off x="4647041" y="2296099"/>
                  <a:ext cx="950097" cy="247031"/>
                </a:xfrm>
                <a:prstGeom prst="rect">
                  <a:avLst/>
                </a:prstGeom>
                <a:noFill/>
              </p:spPr>
              <p:txBody>
                <a:bodyPr wrap="none" rtlCol="0">
                  <a:spAutoFit/>
                </a:bodyPr>
                <a:lstStyle/>
                <a:p>
                  <a:r>
                    <a:rPr lang="en-US" sz="1000" dirty="0"/>
                    <a:t>I/O HW </a:t>
                  </a:r>
                </a:p>
                <a:p>
                  <a:r>
                    <a:rPr lang="en-US" sz="1000" dirty="0"/>
                    <a:t>abstraction</a:t>
                  </a:r>
                </a:p>
                <a:p>
                  <a:r>
                    <a:rPr lang="en-US" sz="1000" dirty="0"/>
                    <a:t>   layer</a:t>
                  </a:r>
                </a:p>
              </p:txBody>
            </p:sp>
          </p:grpSp>
          <p:grpSp>
            <p:nvGrpSpPr>
              <p:cNvPr id="22" name="Group 21">
                <a:extLst>
                  <a:ext uri="{FF2B5EF4-FFF2-40B4-BE49-F238E27FC236}">
                    <a16:creationId xmlns:a16="http://schemas.microsoft.com/office/drawing/2014/main" id="{8A25E3CD-EEE6-4F78-6ED7-904090F021CF}"/>
                  </a:ext>
                </a:extLst>
              </p:cNvPr>
              <p:cNvGrpSpPr/>
              <p:nvPr/>
            </p:nvGrpSpPr>
            <p:grpSpPr>
              <a:xfrm>
                <a:off x="5812636" y="3438221"/>
                <a:ext cx="1087407" cy="625881"/>
                <a:chOff x="4465176" y="2176140"/>
                <a:chExt cx="1278270" cy="529659"/>
              </a:xfrm>
            </p:grpSpPr>
            <p:sp>
              <p:nvSpPr>
                <p:cNvPr id="32" name="Rectangle 31">
                  <a:extLst>
                    <a:ext uri="{FF2B5EF4-FFF2-40B4-BE49-F238E27FC236}">
                      <a16:creationId xmlns:a16="http://schemas.microsoft.com/office/drawing/2014/main" id="{65378D58-0A8E-85EA-2911-3877B4798E5B}"/>
                    </a:ext>
                  </a:extLst>
                </p:cNvPr>
                <p:cNvSpPr/>
                <p:nvPr/>
              </p:nvSpPr>
              <p:spPr>
                <a:xfrm>
                  <a:off x="4465176" y="2176140"/>
                  <a:ext cx="1278270" cy="529659"/>
                </a:xfrm>
                <a:prstGeom prst="rect">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0CC0EC0E-BD54-F5AD-230B-E8C9518D987C}"/>
                    </a:ext>
                  </a:extLst>
                </p:cNvPr>
                <p:cNvSpPr txBox="1"/>
                <p:nvPr/>
              </p:nvSpPr>
              <p:spPr>
                <a:xfrm>
                  <a:off x="4649048" y="2329930"/>
                  <a:ext cx="910525" cy="112276"/>
                </a:xfrm>
                <a:prstGeom prst="rect">
                  <a:avLst/>
                </a:prstGeom>
                <a:noFill/>
              </p:spPr>
              <p:txBody>
                <a:bodyPr wrap="none" rtlCol="0">
                  <a:spAutoFit/>
                </a:bodyPr>
                <a:lstStyle/>
                <a:p>
                  <a:r>
                    <a:rPr lang="en-US" sz="1000" dirty="0"/>
                    <a:t>I/O drivers</a:t>
                  </a:r>
                </a:p>
              </p:txBody>
            </p:sp>
          </p:grpSp>
          <p:grpSp>
            <p:nvGrpSpPr>
              <p:cNvPr id="23" name="Group 22">
                <a:extLst>
                  <a:ext uri="{FF2B5EF4-FFF2-40B4-BE49-F238E27FC236}">
                    <a16:creationId xmlns:a16="http://schemas.microsoft.com/office/drawing/2014/main" id="{FA2E5191-CBF4-92A5-8CCA-D8D1CE4624D9}"/>
                  </a:ext>
                </a:extLst>
              </p:cNvPr>
              <p:cNvGrpSpPr/>
              <p:nvPr/>
            </p:nvGrpSpPr>
            <p:grpSpPr>
              <a:xfrm>
                <a:off x="401229" y="821387"/>
                <a:ext cx="7357177" cy="847720"/>
                <a:chOff x="401229" y="821387"/>
                <a:chExt cx="7346357" cy="847720"/>
              </a:xfrm>
            </p:grpSpPr>
            <p:sp>
              <p:nvSpPr>
                <p:cNvPr id="30" name="Rectangle 29">
                  <a:extLst>
                    <a:ext uri="{FF2B5EF4-FFF2-40B4-BE49-F238E27FC236}">
                      <a16:creationId xmlns:a16="http://schemas.microsoft.com/office/drawing/2014/main" id="{E8B3D551-4FE8-6FBB-CEA4-297159F11F5E}"/>
                    </a:ext>
                  </a:extLst>
                </p:cNvPr>
                <p:cNvSpPr/>
                <p:nvPr/>
              </p:nvSpPr>
              <p:spPr>
                <a:xfrm>
                  <a:off x="401229" y="821387"/>
                  <a:ext cx="7346357" cy="847720"/>
                </a:xfrm>
                <a:prstGeom prst="rect">
                  <a:avLst/>
                </a:prstGeom>
                <a:solidFill>
                  <a:srgbClr val="0070C0"/>
                </a:solidFill>
                <a:ln>
                  <a:headEnd type="none" w="med" len="med"/>
                  <a:tailEnd type="none" w="med" len="med"/>
                </a:ln>
                <a:effectLst>
                  <a:outerShdw blurRad="50800" dist="38100" algn="l" rotWithShape="0">
                    <a:prstClr val="black">
                      <a:alpha val="40000"/>
                    </a:prstClr>
                  </a:outerShdw>
                </a:effectLst>
              </p:spPr>
              <p:style>
                <a:lnRef idx="0">
                  <a:schemeClr val="accent2"/>
                </a:lnRef>
                <a:fillRef idx="1002">
                  <a:schemeClr val="dk2"/>
                </a:fillRef>
                <a:effectRef idx="3">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endParaRPr lang="en-US" sz="1000" b="1" dirty="0">
                    <a:solidFill>
                      <a:srgbClr val="000000"/>
                    </a:solidFill>
                    <a:latin typeface="Verdana" pitchFamily="34" charset="0"/>
                    <a:ea typeface="Verdana" pitchFamily="34" charset="0"/>
                    <a:cs typeface="Verdana" pitchFamily="34" charset="0"/>
                  </a:endParaRPr>
                </a:p>
              </p:txBody>
            </p:sp>
            <p:sp>
              <p:nvSpPr>
                <p:cNvPr id="31" name="TextBox 30">
                  <a:extLst>
                    <a:ext uri="{FF2B5EF4-FFF2-40B4-BE49-F238E27FC236}">
                      <a16:creationId xmlns:a16="http://schemas.microsoft.com/office/drawing/2014/main" id="{7FC9DBDE-5F21-3AF4-4B14-DD7BEE434FDF}"/>
                    </a:ext>
                  </a:extLst>
                </p:cNvPr>
                <p:cNvSpPr txBox="1"/>
                <p:nvPr/>
              </p:nvSpPr>
              <p:spPr>
                <a:xfrm>
                  <a:off x="2694352" y="1093538"/>
                  <a:ext cx="2166315" cy="279243"/>
                </a:xfrm>
                <a:prstGeom prst="rect">
                  <a:avLst/>
                </a:prstGeom>
                <a:noFill/>
              </p:spPr>
              <p:txBody>
                <a:bodyPr wrap="square" rtlCol="0">
                  <a:spAutoFit/>
                </a:bodyPr>
                <a:lstStyle/>
                <a:p>
                  <a:r>
                    <a:rPr lang="en-US" sz="1200" dirty="0"/>
                    <a:t>           Application Layer</a:t>
                  </a:r>
                </a:p>
              </p:txBody>
            </p:sp>
          </p:grpSp>
          <p:grpSp>
            <p:nvGrpSpPr>
              <p:cNvPr id="24" name="Group 23">
                <a:extLst>
                  <a:ext uri="{FF2B5EF4-FFF2-40B4-BE49-F238E27FC236}">
                    <a16:creationId xmlns:a16="http://schemas.microsoft.com/office/drawing/2014/main" id="{70346AB5-8983-0F59-B054-93672BC5FEB3}"/>
                  </a:ext>
                </a:extLst>
              </p:cNvPr>
              <p:cNvGrpSpPr/>
              <p:nvPr/>
            </p:nvGrpSpPr>
            <p:grpSpPr>
              <a:xfrm>
                <a:off x="401229" y="1742909"/>
                <a:ext cx="7368013" cy="301738"/>
                <a:chOff x="401229" y="1742909"/>
                <a:chExt cx="7368013" cy="301738"/>
              </a:xfrm>
            </p:grpSpPr>
            <p:sp>
              <p:nvSpPr>
                <p:cNvPr id="28" name="Rectangle 27">
                  <a:extLst>
                    <a:ext uri="{FF2B5EF4-FFF2-40B4-BE49-F238E27FC236}">
                      <a16:creationId xmlns:a16="http://schemas.microsoft.com/office/drawing/2014/main" id="{40386323-976B-C679-8989-3D5864F37DB3}"/>
                    </a:ext>
                  </a:extLst>
                </p:cNvPr>
                <p:cNvSpPr/>
                <p:nvPr/>
              </p:nvSpPr>
              <p:spPr bwMode="auto">
                <a:xfrm>
                  <a:off x="401229" y="1745492"/>
                  <a:ext cx="7368013" cy="299155"/>
                </a:xfrm>
                <a:prstGeom prst="rect">
                  <a:avLst/>
                </a:prstGeom>
                <a:solidFill>
                  <a:schemeClr val="accent2">
                    <a:alpha val="65000"/>
                  </a:schemeClr>
                </a:solidFill>
                <a:ln w="15875" cap="flat" cmpd="sng" algn="ctr">
                  <a:noFill/>
                  <a:prstDash val="solid"/>
                  <a:round/>
                  <a:headEnd type="none" w="med" len="med"/>
                  <a:tailEnd type="none" w="med" len="med"/>
                </a:ln>
                <a:effectLst>
                  <a:outerShdw blurRad="50800" dist="38100" algn="l" rotWithShape="0">
                    <a:prstClr val="black">
                      <a:alpha val="40000"/>
                    </a:prstClr>
                  </a:outerShdw>
                </a:effectLst>
              </p:spPr>
              <p:style>
                <a:lnRef idx="0">
                  <a:scrgbClr r="0" g="0" b="0"/>
                </a:lnRef>
                <a:fillRef idx="1002">
                  <a:schemeClr val="dk2"/>
                </a:fillRef>
                <a:effectRef idx="0">
                  <a:scrgbClr r="0" g="0" b="0"/>
                </a:effectRef>
                <a:fontRef idx="major"/>
              </p:style>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endParaRPr lang="en-US" sz="1000" dirty="0">
                    <a:solidFill>
                      <a:srgbClr val="000000"/>
                    </a:solidFill>
                    <a:latin typeface="Verdana" pitchFamily="34" charset="0"/>
                    <a:ea typeface="Verdana" pitchFamily="34" charset="0"/>
                    <a:cs typeface="Verdana" pitchFamily="34" charset="0"/>
                  </a:endParaRPr>
                </a:p>
              </p:txBody>
            </p:sp>
            <p:sp>
              <p:nvSpPr>
                <p:cNvPr id="29" name="TextBox 28">
                  <a:extLst>
                    <a:ext uri="{FF2B5EF4-FFF2-40B4-BE49-F238E27FC236}">
                      <a16:creationId xmlns:a16="http://schemas.microsoft.com/office/drawing/2014/main" id="{BEC009E3-5CE4-7A00-5150-4795A22EC201}"/>
                    </a:ext>
                  </a:extLst>
                </p:cNvPr>
                <p:cNvSpPr txBox="1"/>
                <p:nvPr/>
              </p:nvSpPr>
              <p:spPr>
                <a:xfrm>
                  <a:off x="2875585" y="1742909"/>
                  <a:ext cx="2166315" cy="279243"/>
                </a:xfrm>
                <a:prstGeom prst="rect">
                  <a:avLst/>
                </a:prstGeom>
                <a:noFill/>
              </p:spPr>
              <p:txBody>
                <a:bodyPr wrap="square" rtlCol="0">
                  <a:spAutoFit/>
                </a:bodyPr>
                <a:lstStyle/>
                <a:p>
                  <a:r>
                    <a:rPr lang="en-US" sz="1200" dirty="0"/>
                    <a:t>    Runtime Environment</a:t>
                  </a:r>
                </a:p>
              </p:txBody>
            </p:sp>
          </p:grpSp>
          <p:grpSp>
            <p:nvGrpSpPr>
              <p:cNvPr id="25" name="Group 24">
                <a:extLst>
                  <a:ext uri="{FF2B5EF4-FFF2-40B4-BE49-F238E27FC236}">
                    <a16:creationId xmlns:a16="http://schemas.microsoft.com/office/drawing/2014/main" id="{DC3D4FE1-F1C2-AC95-546F-0F0817A255ED}"/>
                  </a:ext>
                </a:extLst>
              </p:cNvPr>
              <p:cNvGrpSpPr/>
              <p:nvPr/>
            </p:nvGrpSpPr>
            <p:grpSpPr>
              <a:xfrm>
                <a:off x="401229" y="4202529"/>
                <a:ext cx="7368013" cy="389917"/>
                <a:chOff x="401229" y="4202529"/>
                <a:chExt cx="7368013" cy="389917"/>
              </a:xfrm>
            </p:grpSpPr>
            <p:sp>
              <p:nvSpPr>
                <p:cNvPr id="26" name="Rectangle 25">
                  <a:extLst>
                    <a:ext uri="{FF2B5EF4-FFF2-40B4-BE49-F238E27FC236}">
                      <a16:creationId xmlns:a16="http://schemas.microsoft.com/office/drawing/2014/main" id="{DCCBB12B-87CE-A3F3-DDBF-EB8DD907CC67}"/>
                    </a:ext>
                  </a:extLst>
                </p:cNvPr>
                <p:cNvSpPr/>
                <p:nvPr/>
              </p:nvSpPr>
              <p:spPr>
                <a:xfrm>
                  <a:off x="401229" y="4202529"/>
                  <a:ext cx="7368013" cy="389917"/>
                </a:xfrm>
                <a:prstGeom prst="rect">
                  <a:avLst/>
                </a:prstGeom>
                <a:solidFill>
                  <a:srgbClr val="263238">
                    <a:alpha val="8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sz="1050" dirty="0"/>
                </a:p>
              </p:txBody>
            </p:sp>
            <p:sp>
              <p:nvSpPr>
                <p:cNvPr id="27" name="TextBox 26">
                  <a:extLst>
                    <a:ext uri="{FF2B5EF4-FFF2-40B4-BE49-F238E27FC236}">
                      <a16:creationId xmlns:a16="http://schemas.microsoft.com/office/drawing/2014/main" id="{83D7ED44-15FE-98E7-767E-B0AC8F3C1DA3}"/>
                    </a:ext>
                  </a:extLst>
                </p:cNvPr>
                <p:cNvSpPr txBox="1"/>
                <p:nvPr/>
              </p:nvSpPr>
              <p:spPr>
                <a:xfrm>
                  <a:off x="2658317" y="4262582"/>
                  <a:ext cx="2169506" cy="279243"/>
                </a:xfrm>
                <a:prstGeom prst="rect">
                  <a:avLst/>
                </a:prstGeom>
                <a:noFill/>
              </p:spPr>
              <p:txBody>
                <a:bodyPr wrap="square" rtlCol="0">
                  <a:spAutoFit/>
                </a:bodyPr>
                <a:lstStyle/>
                <a:p>
                  <a:r>
                    <a:rPr lang="en-US" sz="1200" dirty="0">
                      <a:solidFill>
                        <a:schemeClr val="bg1"/>
                      </a:solidFill>
                    </a:rPr>
                    <a:t>           Microcontroller</a:t>
                  </a:r>
                </a:p>
              </p:txBody>
            </p:sp>
          </p:grpSp>
        </p:grpSp>
        <p:sp>
          <p:nvSpPr>
            <p:cNvPr id="6" name="Rectangle 5">
              <a:extLst>
                <a:ext uri="{FF2B5EF4-FFF2-40B4-BE49-F238E27FC236}">
                  <a16:creationId xmlns:a16="http://schemas.microsoft.com/office/drawing/2014/main" id="{983AE181-B453-B6C6-D7BE-AD2726B114A4}"/>
                </a:ext>
              </a:extLst>
            </p:cNvPr>
            <p:cNvSpPr/>
            <p:nvPr/>
          </p:nvSpPr>
          <p:spPr>
            <a:xfrm>
              <a:off x="1162201" y="2697862"/>
              <a:ext cx="597996" cy="178536"/>
            </a:xfrm>
            <a:prstGeom prst="rect">
              <a:avLst/>
            </a:prstGeom>
            <a:gradFill>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en-US" sz="800" dirty="0">
                  <a:effectLst>
                    <a:outerShdw blurRad="38100" dist="38100" dir="2700000" algn="tl">
                      <a:srgbClr val="000000">
                        <a:alpha val="43137"/>
                      </a:srgbClr>
                    </a:outerShdw>
                  </a:effectLst>
                </a:rPr>
                <a:t>EcuM</a:t>
              </a:r>
            </a:p>
          </p:txBody>
        </p:sp>
        <p:sp>
          <p:nvSpPr>
            <p:cNvPr id="7" name="Rectangle 6">
              <a:extLst>
                <a:ext uri="{FF2B5EF4-FFF2-40B4-BE49-F238E27FC236}">
                  <a16:creationId xmlns:a16="http://schemas.microsoft.com/office/drawing/2014/main" id="{A264DEC9-6AAB-858E-9480-9394B8B6D908}"/>
                </a:ext>
              </a:extLst>
            </p:cNvPr>
            <p:cNvSpPr/>
            <p:nvPr/>
          </p:nvSpPr>
          <p:spPr>
            <a:xfrm>
              <a:off x="1162201" y="2915703"/>
              <a:ext cx="597996" cy="17853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en-US" sz="800" dirty="0">
                  <a:effectLst>
                    <a:outerShdw blurRad="38100" dist="38100" dir="2700000" algn="tl">
                      <a:srgbClr val="000000">
                        <a:alpha val="43137"/>
                      </a:srgbClr>
                    </a:outerShdw>
                  </a:effectLst>
                </a:rPr>
                <a:t>BswM</a:t>
              </a:r>
            </a:p>
          </p:txBody>
        </p:sp>
        <p:sp>
          <p:nvSpPr>
            <p:cNvPr id="8" name="Rectangle 7">
              <a:extLst>
                <a:ext uri="{FF2B5EF4-FFF2-40B4-BE49-F238E27FC236}">
                  <a16:creationId xmlns:a16="http://schemas.microsoft.com/office/drawing/2014/main" id="{B59B1339-431D-9664-A347-29E8381C6E32}"/>
                </a:ext>
              </a:extLst>
            </p:cNvPr>
            <p:cNvSpPr/>
            <p:nvPr/>
          </p:nvSpPr>
          <p:spPr>
            <a:xfrm>
              <a:off x="1159182" y="3151645"/>
              <a:ext cx="597996" cy="17853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en-US" sz="800" dirty="0">
                  <a:effectLst>
                    <a:outerShdw blurRad="38100" dist="38100" dir="2700000" algn="tl">
                      <a:srgbClr val="000000">
                        <a:alpha val="43137"/>
                      </a:srgbClr>
                    </a:outerShdw>
                  </a:effectLst>
                </a:rPr>
                <a:t>ComM</a:t>
              </a:r>
            </a:p>
          </p:txBody>
        </p:sp>
        <p:sp>
          <p:nvSpPr>
            <p:cNvPr id="9" name="Rectangle 8">
              <a:extLst>
                <a:ext uri="{FF2B5EF4-FFF2-40B4-BE49-F238E27FC236}">
                  <a16:creationId xmlns:a16="http://schemas.microsoft.com/office/drawing/2014/main" id="{93CF0C3F-D171-6B1B-140F-0D73C807D582}"/>
                </a:ext>
              </a:extLst>
            </p:cNvPr>
            <p:cNvSpPr/>
            <p:nvPr/>
          </p:nvSpPr>
          <p:spPr>
            <a:xfrm>
              <a:off x="1164400" y="3381487"/>
              <a:ext cx="597996" cy="17853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en-US" sz="800" dirty="0">
                  <a:effectLst>
                    <a:outerShdw blurRad="38100" dist="38100" dir="2700000" algn="tl">
                      <a:srgbClr val="000000">
                        <a:alpha val="43137"/>
                      </a:srgbClr>
                    </a:outerShdw>
                  </a:effectLst>
                </a:rPr>
                <a:t>WdgM</a:t>
              </a:r>
            </a:p>
          </p:txBody>
        </p:sp>
        <p:sp>
          <p:nvSpPr>
            <p:cNvPr id="11" name="Rectangle 10">
              <a:extLst>
                <a:ext uri="{FF2B5EF4-FFF2-40B4-BE49-F238E27FC236}">
                  <a16:creationId xmlns:a16="http://schemas.microsoft.com/office/drawing/2014/main" id="{2FC73E54-05AE-6ED2-18E7-013336CFEB2B}"/>
                </a:ext>
              </a:extLst>
            </p:cNvPr>
            <p:cNvSpPr/>
            <p:nvPr/>
          </p:nvSpPr>
          <p:spPr>
            <a:xfrm>
              <a:off x="1134467" y="3632628"/>
              <a:ext cx="675015" cy="178536"/>
            </a:xfrm>
            <a:prstGeom prst="rect">
              <a:avLst/>
            </a:prstGeom>
            <a:solidFill>
              <a:srgbClr val="FF0000"/>
            </a:solidFill>
            <a:ln>
              <a:solidFill>
                <a:schemeClr val="accent6"/>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kumimoji="1" lang="en-US" sz="800" dirty="0">
                  <a:effectLst>
                    <a:outerShdw blurRad="38100" dist="38100" dir="2700000" algn="tl">
                      <a:srgbClr val="000000">
                        <a:alpha val="43137"/>
                      </a:srgbClr>
                    </a:outerShdw>
                  </a:effectLst>
                </a:rPr>
                <a:t>EcuAppM</a:t>
              </a:r>
            </a:p>
          </p:txBody>
        </p:sp>
      </p:grpSp>
      <p:sp>
        <p:nvSpPr>
          <p:cNvPr id="10" name="Rectangle 9">
            <a:extLst>
              <a:ext uri="{FF2B5EF4-FFF2-40B4-BE49-F238E27FC236}">
                <a16:creationId xmlns:a16="http://schemas.microsoft.com/office/drawing/2014/main" id="{6F4CD7E0-D592-AD32-2851-D1EA891087D9}"/>
              </a:ext>
            </a:extLst>
          </p:cNvPr>
          <p:cNvSpPr/>
          <p:nvPr/>
        </p:nvSpPr>
        <p:spPr>
          <a:xfrm>
            <a:off x="704953" y="896870"/>
            <a:ext cx="8278072" cy="338554"/>
          </a:xfrm>
          <a:prstGeom prst="rect">
            <a:avLst/>
          </a:prstGeom>
        </p:spPr>
        <p:txBody>
          <a:bodyPr wrap="square">
            <a:spAutoFit/>
          </a:bodyPr>
          <a:lstStyle/>
          <a:p>
            <a:pPr lvl="1"/>
            <a:r>
              <a:rPr lang="en-US" sz="1600" b="1" dirty="0">
                <a:latin typeface="Times New Roman" panose="02020603050405020304" pitchFamily="18" charset="0"/>
                <a:cs typeface="Times New Roman" panose="02020603050405020304" pitchFamily="18" charset="0"/>
              </a:rPr>
              <a:t>Below figures shows where the “EcuAppM” located in Autosar Architecture </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1098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46B07-47C7-44FF-01B4-2D2D227906D8}"/>
              </a:ext>
            </a:extLst>
          </p:cNvPr>
          <p:cNvSpPr>
            <a:spLocks noGrp="1"/>
          </p:cNvSpPr>
          <p:nvPr>
            <p:ph type="title"/>
          </p:nvPr>
        </p:nvSpPr>
        <p:spPr/>
        <p:txBody>
          <a:bodyPr/>
          <a:lstStyle/>
          <a:p>
            <a:r>
              <a:rPr lang="en-US" sz="2400" dirty="0">
                <a:latin typeface="Times New Roman" panose="02020603050405020304" pitchFamily="18" charset="0"/>
                <a:cs typeface="Times New Roman" panose="02020603050405020304" pitchFamily="18" charset="0"/>
              </a:rPr>
              <a:t> EcuAppM – Architecture Block Diagram</a:t>
            </a:r>
          </a:p>
        </p:txBody>
      </p:sp>
      <p:sp>
        <p:nvSpPr>
          <p:cNvPr id="3" name="Slide Number Placeholder 2">
            <a:extLst>
              <a:ext uri="{FF2B5EF4-FFF2-40B4-BE49-F238E27FC236}">
                <a16:creationId xmlns:a16="http://schemas.microsoft.com/office/drawing/2014/main" id="{0455E7A8-20FC-7FD7-7E74-9BFB15AA5828}"/>
              </a:ext>
            </a:extLst>
          </p:cNvPr>
          <p:cNvSpPr>
            <a:spLocks noGrp="1"/>
          </p:cNvSpPr>
          <p:nvPr>
            <p:ph type="sldNum" sz="quarter" idx="11"/>
          </p:nvPr>
        </p:nvSpPr>
        <p:spPr/>
        <p:txBody>
          <a:bodyPr/>
          <a:lstStyle/>
          <a:p>
            <a:pPr>
              <a:defRPr/>
            </a:pPr>
            <a:fld id="{976FD3BF-6627-4C73-B326-16A2F7B5A470}" type="slidenum">
              <a:rPr lang="en-US" smtClean="0"/>
              <a:pPr>
                <a:defRPr/>
              </a:pPr>
              <a:t>5</a:t>
            </a:fld>
            <a:endParaRPr lang="en-US" dirty="0"/>
          </a:p>
        </p:txBody>
      </p:sp>
      <p:grpSp>
        <p:nvGrpSpPr>
          <p:cNvPr id="38" name="Group 37">
            <a:extLst>
              <a:ext uri="{FF2B5EF4-FFF2-40B4-BE49-F238E27FC236}">
                <a16:creationId xmlns:a16="http://schemas.microsoft.com/office/drawing/2014/main" id="{FA387742-7E53-DB31-8903-A8E68F3C3319}"/>
              </a:ext>
            </a:extLst>
          </p:cNvPr>
          <p:cNvGrpSpPr/>
          <p:nvPr/>
        </p:nvGrpSpPr>
        <p:grpSpPr>
          <a:xfrm>
            <a:off x="1176242" y="1603144"/>
            <a:ext cx="9199147" cy="4260787"/>
            <a:chOff x="1176242" y="1603144"/>
            <a:chExt cx="9199147" cy="4260787"/>
          </a:xfrm>
        </p:grpSpPr>
        <p:grpSp>
          <p:nvGrpSpPr>
            <p:cNvPr id="4" name="Group 3">
              <a:extLst>
                <a:ext uri="{FF2B5EF4-FFF2-40B4-BE49-F238E27FC236}">
                  <a16:creationId xmlns:a16="http://schemas.microsoft.com/office/drawing/2014/main" id="{A814A325-15A6-25D7-47BE-7A975F2902CE}"/>
                </a:ext>
              </a:extLst>
            </p:cNvPr>
            <p:cNvGrpSpPr/>
            <p:nvPr/>
          </p:nvGrpSpPr>
          <p:grpSpPr>
            <a:xfrm>
              <a:off x="1176242" y="1603144"/>
              <a:ext cx="9199147" cy="4260787"/>
              <a:chOff x="209002" y="1036314"/>
              <a:chExt cx="10087096" cy="5083339"/>
            </a:xfrm>
          </p:grpSpPr>
          <p:grpSp>
            <p:nvGrpSpPr>
              <p:cNvPr id="23" name="Group 22">
                <a:extLst>
                  <a:ext uri="{FF2B5EF4-FFF2-40B4-BE49-F238E27FC236}">
                    <a16:creationId xmlns:a16="http://schemas.microsoft.com/office/drawing/2014/main" id="{8C6C1082-8F16-CE16-97D0-DBA0CE3A795D}"/>
                  </a:ext>
                </a:extLst>
              </p:cNvPr>
              <p:cNvGrpSpPr/>
              <p:nvPr/>
            </p:nvGrpSpPr>
            <p:grpSpPr>
              <a:xfrm>
                <a:off x="209002" y="1046670"/>
                <a:ext cx="10087096" cy="5072983"/>
                <a:chOff x="-796408" y="-151310"/>
                <a:chExt cx="14177461" cy="6901862"/>
              </a:xfrm>
            </p:grpSpPr>
            <p:sp>
              <p:nvSpPr>
                <p:cNvPr id="5" name="Rectangle 4">
                  <a:extLst>
                    <a:ext uri="{FF2B5EF4-FFF2-40B4-BE49-F238E27FC236}">
                      <a16:creationId xmlns:a16="http://schemas.microsoft.com/office/drawing/2014/main" id="{2926F55A-02C5-03E5-F0FE-C380CD9BB2DF}"/>
                    </a:ext>
                  </a:extLst>
                </p:cNvPr>
                <p:cNvSpPr/>
                <p:nvPr/>
              </p:nvSpPr>
              <p:spPr>
                <a:xfrm>
                  <a:off x="-691239" y="1065846"/>
                  <a:ext cx="1455419" cy="623751"/>
                </a:xfrm>
                <a:prstGeom prst="rect">
                  <a:avLst/>
                </a:prstGeom>
                <a:ln w="15875">
                  <a:solidFill>
                    <a:schemeClr val="tx1"/>
                  </a:solidFill>
                </a:ln>
              </p:spPr>
              <p:style>
                <a:lnRef idx="0">
                  <a:schemeClr val="accent3"/>
                </a:lnRef>
                <a:fillRef idx="3">
                  <a:schemeClr val="accent3"/>
                </a:fillRef>
                <a:effectRef idx="3">
                  <a:schemeClr val="accent3"/>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100" dirty="0"/>
                    <a:t>EcuMExt</a:t>
                  </a:r>
                </a:p>
              </p:txBody>
            </p:sp>
            <p:sp>
              <p:nvSpPr>
                <p:cNvPr id="6" name="Rectangle 5">
                  <a:extLst>
                    <a:ext uri="{FF2B5EF4-FFF2-40B4-BE49-F238E27FC236}">
                      <a16:creationId xmlns:a16="http://schemas.microsoft.com/office/drawing/2014/main" id="{93E01FCE-D364-4588-9687-BE281A2EA5DA}"/>
                    </a:ext>
                  </a:extLst>
                </p:cNvPr>
                <p:cNvSpPr/>
                <p:nvPr/>
              </p:nvSpPr>
              <p:spPr>
                <a:xfrm>
                  <a:off x="3091379" y="1289957"/>
                  <a:ext cx="1655525" cy="3777342"/>
                </a:xfrm>
                <a:prstGeom prst="rect">
                  <a:avLst/>
                </a:prstGeom>
                <a:solidFill>
                  <a:schemeClr val="accent2">
                    <a:lumMod val="40000"/>
                    <a:lumOff val="60000"/>
                  </a:schemeClr>
                </a:solid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100" dirty="0">
                      <a:solidFill>
                        <a:sysClr val="windowText" lastClr="000000"/>
                      </a:solidFill>
                    </a:rPr>
                    <a:t>EcuAppM</a:t>
                  </a:r>
                </a:p>
              </p:txBody>
            </p:sp>
            <p:sp>
              <p:nvSpPr>
                <p:cNvPr id="7" name="Rectangle 6">
                  <a:extLst>
                    <a:ext uri="{FF2B5EF4-FFF2-40B4-BE49-F238E27FC236}">
                      <a16:creationId xmlns:a16="http://schemas.microsoft.com/office/drawing/2014/main" id="{E7EA0CB8-3EDC-43E1-BA20-C945E576D760}"/>
                    </a:ext>
                  </a:extLst>
                </p:cNvPr>
                <p:cNvSpPr/>
                <p:nvPr/>
              </p:nvSpPr>
              <p:spPr>
                <a:xfrm>
                  <a:off x="10969547" y="-151310"/>
                  <a:ext cx="1905000" cy="770709"/>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w="254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100">
                      <a:solidFill>
                        <a:schemeClr val="lt1"/>
                      </a:solidFill>
                      <a:effectLst/>
                      <a:latin typeface="+mn-lt"/>
                      <a:ea typeface="+mn-ea"/>
                      <a:cs typeface="+mn-cs"/>
                    </a:rPr>
                    <a:t>Power</a:t>
                  </a:r>
                  <a:endParaRPr lang="en-US">
                    <a:effectLst/>
                  </a:endParaRPr>
                </a:p>
                <a:p>
                  <a:pPr algn="ctr"/>
                  <a:endParaRPr lang="en-US" sz="1100"/>
                </a:p>
              </p:txBody>
            </p:sp>
            <p:grpSp>
              <p:nvGrpSpPr>
                <p:cNvPr id="8" name="Group 7">
                  <a:extLst>
                    <a:ext uri="{FF2B5EF4-FFF2-40B4-BE49-F238E27FC236}">
                      <a16:creationId xmlns:a16="http://schemas.microsoft.com/office/drawing/2014/main" id="{79337166-941F-0BD4-D506-40DBAC454788}"/>
                    </a:ext>
                  </a:extLst>
                </p:cNvPr>
                <p:cNvGrpSpPr/>
                <p:nvPr/>
              </p:nvGrpSpPr>
              <p:grpSpPr>
                <a:xfrm>
                  <a:off x="10969547" y="1199740"/>
                  <a:ext cx="2411506" cy="3393782"/>
                  <a:chOff x="11478073" y="1411520"/>
                  <a:chExt cx="2411506" cy="3290047"/>
                </a:xfrm>
              </p:grpSpPr>
              <p:sp>
                <p:nvSpPr>
                  <p:cNvPr id="19" name="Rectangle 18">
                    <a:extLst>
                      <a:ext uri="{FF2B5EF4-FFF2-40B4-BE49-F238E27FC236}">
                        <a16:creationId xmlns:a16="http://schemas.microsoft.com/office/drawing/2014/main" id="{2456AEBE-D47C-32DF-03B5-7ABD2BE0483D}"/>
                      </a:ext>
                    </a:extLst>
                  </p:cNvPr>
                  <p:cNvSpPr/>
                  <p:nvPr/>
                </p:nvSpPr>
                <p:spPr>
                  <a:xfrm>
                    <a:off x="11478073" y="1411520"/>
                    <a:ext cx="2411506" cy="3290047"/>
                  </a:xfrm>
                  <a:prstGeom prst="rect">
                    <a:avLst/>
                  </a:prstGeom>
                  <a:ln w="25400">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sz="1100" dirty="0"/>
                      <a:t>    </a:t>
                    </a:r>
                    <a:r>
                      <a:rPr lang="en-US" sz="1100" b="1" dirty="0">
                        <a:solidFill>
                          <a:schemeClr val="tx1"/>
                        </a:solidFill>
                      </a:rPr>
                      <a:t>Groups Container’s</a:t>
                    </a:r>
                  </a:p>
                </p:txBody>
              </p:sp>
              <p:sp>
                <p:nvSpPr>
                  <p:cNvPr id="20" name="Rectangle 19">
                    <a:extLst>
                      <a:ext uri="{FF2B5EF4-FFF2-40B4-BE49-F238E27FC236}">
                        <a16:creationId xmlns:a16="http://schemas.microsoft.com/office/drawing/2014/main" id="{BE7059CC-FA4F-46EF-A8AA-95E31AF1EC58}"/>
                      </a:ext>
                    </a:extLst>
                  </p:cNvPr>
                  <p:cNvSpPr/>
                  <p:nvPr/>
                </p:nvSpPr>
                <p:spPr>
                  <a:xfrm>
                    <a:off x="11868877" y="1898753"/>
                    <a:ext cx="1443684" cy="502634"/>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w="254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100"/>
                      <a:t>CDD's</a:t>
                    </a:r>
                  </a:p>
                </p:txBody>
              </p:sp>
              <p:sp>
                <p:nvSpPr>
                  <p:cNvPr id="21" name="Rectangle 20">
                    <a:extLst>
                      <a:ext uri="{FF2B5EF4-FFF2-40B4-BE49-F238E27FC236}">
                        <a16:creationId xmlns:a16="http://schemas.microsoft.com/office/drawing/2014/main" id="{5EBD06B7-4352-472A-A08B-627A658A79A7}"/>
                      </a:ext>
                    </a:extLst>
                  </p:cNvPr>
                  <p:cNvSpPr/>
                  <p:nvPr/>
                </p:nvSpPr>
                <p:spPr>
                  <a:xfrm>
                    <a:off x="11903556" y="2665611"/>
                    <a:ext cx="1443684" cy="502634"/>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w="254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100"/>
                      <a:t>SWC's</a:t>
                    </a:r>
                  </a:p>
                </p:txBody>
              </p:sp>
              <p:sp>
                <p:nvSpPr>
                  <p:cNvPr id="22" name="Rectangle 21">
                    <a:extLst>
                      <a:ext uri="{FF2B5EF4-FFF2-40B4-BE49-F238E27FC236}">
                        <a16:creationId xmlns:a16="http://schemas.microsoft.com/office/drawing/2014/main" id="{E41BF259-5969-47D0-ACFE-8DCB359BCFEB}"/>
                      </a:ext>
                    </a:extLst>
                  </p:cNvPr>
                  <p:cNvSpPr/>
                  <p:nvPr/>
                </p:nvSpPr>
                <p:spPr>
                  <a:xfrm>
                    <a:off x="11895707" y="3582951"/>
                    <a:ext cx="1462346" cy="502634"/>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w="254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100" dirty="0"/>
                      <a:t>IoHwAbs</a:t>
                    </a:r>
                    <a:endParaRPr lang="en-US" sz="1100" baseline="0" dirty="0"/>
                  </a:p>
                </p:txBody>
              </p:sp>
            </p:grpSp>
            <p:sp>
              <p:nvSpPr>
                <p:cNvPr id="9" name="Rectangle 8">
                  <a:extLst>
                    <a:ext uri="{FF2B5EF4-FFF2-40B4-BE49-F238E27FC236}">
                      <a16:creationId xmlns:a16="http://schemas.microsoft.com/office/drawing/2014/main" id="{848D070E-5764-63B6-A0F0-0D1C211A3659}"/>
                    </a:ext>
                  </a:extLst>
                </p:cNvPr>
                <p:cNvSpPr/>
                <p:nvPr/>
              </p:nvSpPr>
              <p:spPr>
                <a:xfrm>
                  <a:off x="6379954" y="1291045"/>
                  <a:ext cx="1568631" cy="3819798"/>
                </a:xfrm>
                <a:prstGeom prst="rect">
                  <a:avLst/>
                </a:prstGeom>
                <a:solidFill>
                  <a:schemeClr val="accent2">
                    <a:lumMod val="40000"/>
                    <a:lumOff val="60000"/>
                  </a:schemeClr>
                </a:solid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100">
                      <a:solidFill>
                        <a:sysClr val="windowText" lastClr="000000"/>
                      </a:solidFill>
                      <a:effectLst/>
                      <a:latin typeface="+mn-lt"/>
                      <a:ea typeface="+mn-ea"/>
                      <a:cs typeface="+mn-cs"/>
                    </a:rPr>
                    <a:t>EcuAppMExt</a:t>
                  </a:r>
                  <a:endParaRPr lang="en-US">
                    <a:solidFill>
                      <a:sysClr val="windowText" lastClr="000000"/>
                    </a:solidFill>
                    <a:effectLst/>
                  </a:endParaRPr>
                </a:p>
                <a:p>
                  <a:pPr algn="ctr"/>
                  <a:endParaRPr lang="en-US" sz="1100">
                    <a:solidFill>
                      <a:sysClr val="windowText" lastClr="000000"/>
                    </a:solidFill>
                  </a:endParaRPr>
                </a:p>
              </p:txBody>
            </p:sp>
            <p:sp>
              <p:nvSpPr>
                <p:cNvPr id="10" name="Rectangle 9">
                  <a:extLst>
                    <a:ext uri="{FF2B5EF4-FFF2-40B4-BE49-F238E27FC236}">
                      <a16:creationId xmlns:a16="http://schemas.microsoft.com/office/drawing/2014/main" id="{AEEFD190-B9E8-4D59-A5D6-2FBC60AA0E5F}"/>
                    </a:ext>
                  </a:extLst>
                </p:cNvPr>
                <p:cNvSpPr/>
                <p:nvPr/>
              </p:nvSpPr>
              <p:spPr>
                <a:xfrm>
                  <a:off x="-796408" y="3457038"/>
                  <a:ext cx="1566619" cy="623751"/>
                </a:xfrm>
                <a:prstGeom prst="rect">
                  <a:avLst/>
                </a:prstGeom>
                <a:ln w="15875">
                  <a:solidFill>
                    <a:schemeClr val="tx1"/>
                  </a:solidFill>
                </a:ln>
              </p:spPr>
              <p:style>
                <a:lnRef idx="0">
                  <a:schemeClr val="accent3"/>
                </a:lnRef>
                <a:fillRef idx="3">
                  <a:schemeClr val="accent3"/>
                </a:fillRef>
                <a:effectRef idx="3">
                  <a:schemeClr val="accent3"/>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100" dirty="0"/>
                    <a:t>Sleep Manager</a:t>
                  </a:r>
                </a:p>
              </p:txBody>
            </p:sp>
            <p:sp>
              <p:nvSpPr>
                <p:cNvPr id="11" name="Rectangle 10">
                  <a:extLst>
                    <a:ext uri="{FF2B5EF4-FFF2-40B4-BE49-F238E27FC236}">
                      <a16:creationId xmlns:a16="http://schemas.microsoft.com/office/drawing/2014/main" id="{1668AE7E-C931-42C9-BA8E-E7E44EA5F4C5}"/>
                    </a:ext>
                  </a:extLst>
                </p:cNvPr>
                <p:cNvSpPr/>
                <p:nvPr/>
              </p:nvSpPr>
              <p:spPr>
                <a:xfrm>
                  <a:off x="2836720" y="-151310"/>
                  <a:ext cx="5301343" cy="6901862"/>
                </a:xfrm>
                <a:prstGeom prst="rect">
                  <a:avLst/>
                </a:prstGeom>
                <a:noFill/>
                <a:ln w="222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t"/>
                <a:lstStyle>
                  <a:lvl1pPr marL="0" indent="0">
                    <a:defRPr sz="1100">
                      <a:solidFill>
                        <a:schemeClr val="accent6"/>
                      </a:solidFill>
                      <a:latin typeface="+mn-lt"/>
                      <a:ea typeface="+mn-ea"/>
                      <a:cs typeface="+mn-cs"/>
                    </a:defRPr>
                  </a:lvl1pPr>
                  <a:lvl2pPr marL="457200" indent="0">
                    <a:defRPr sz="1100">
                      <a:solidFill>
                        <a:schemeClr val="accent6"/>
                      </a:solidFill>
                      <a:latin typeface="+mn-lt"/>
                      <a:ea typeface="+mn-ea"/>
                      <a:cs typeface="+mn-cs"/>
                    </a:defRPr>
                  </a:lvl2pPr>
                  <a:lvl3pPr marL="914400" indent="0">
                    <a:defRPr sz="1100">
                      <a:solidFill>
                        <a:schemeClr val="accent6"/>
                      </a:solidFill>
                      <a:latin typeface="+mn-lt"/>
                      <a:ea typeface="+mn-ea"/>
                      <a:cs typeface="+mn-cs"/>
                    </a:defRPr>
                  </a:lvl3pPr>
                  <a:lvl4pPr marL="1371600" indent="0">
                    <a:defRPr sz="1100">
                      <a:solidFill>
                        <a:schemeClr val="accent6"/>
                      </a:solidFill>
                      <a:latin typeface="+mn-lt"/>
                      <a:ea typeface="+mn-ea"/>
                      <a:cs typeface="+mn-cs"/>
                    </a:defRPr>
                  </a:lvl4pPr>
                  <a:lvl5pPr marL="1828800" indent="0">
                    <a:defRPr sz="1100">
                      <a:solidFill>
                        <a:schemeClr val="accent6"/>
                      </a:solidFill>
                      <a:latin typeface="+mn-lt"/>
                      <a:ea typeface="+mn-ea"/>
                      <a:cs typeface="+mn-cs"/>
                    </a:defRPr>
                  </a:lvl5pPr>
                  <a:lvl6pPr marL="2286000" indent="0">
                    <a:defRPr sz="1100">
                      <a:solidFill>
                        <a:schemeClr val="accent6"/>
                      </a:solidFill>
                      <a:latin typeface="+mn-lt"/>
                      <a:ea typeface="+mn-ea"/>
                      <a:cs typeface="+mn-cs"/>
                    </a:defRPr>
                  </a:lvl6pPr>
                  <a:lvl7pPr marL="2743200" indent="0">
                    <a:defRPr sz="1100">
                      <a:solidFill>
                        <a:schemeClr val="accent6"/>
                      </a:solidFill>
                      <a:latin typeface="+mn-lt"/>
                      <a:ea typeface="+mn-ea"/>
                      <a:cs typeface="+mn-cs"/>
                    </a:defRPr>
                  </a:lvl7pPr>
                  <a:lvl8pPr marL="3200400" indent="0">
                    <a:defRPr sz="1100">
                      <a:solidFill>
                        <a:schemeClr val="accent6"/>
                      </a:solidFill>
                      <a:latin typeface="+mn-lt"/>
                      <a:ea typeface="+mn-ea"/>
                      <a:cs typeface="+mn-cs"/>
                    </a:defRPr>
                  </a:lvl8pPr>
                  <a:lvl9pPr marL="3657600" indent="0">
                    <a:defRPr sz="1100">
                      <a:solidFill>
                        <a:schemeClr val="accent6"/>
                      </a:solidFill>
                      <a:latin typeface="+mn-lt"/>
                      <a:ea typeface="+mn-ea"/>
                      <a:cs typeface="+mn-cs"/>
                    </a:defRPr>
                  </a:lvl9pPr>
                </a:lstStyle>
                <a:p>
                  <a:pPr algn="l"/>
                  <a:endParaRPr lang="en-US" sz="1100" dirty="0"/>
                </a:p>
              </p:txBody>
            </p:sp>
            <p:cxnSp>
              <p:nvCxnSpPr>
                <p:cNvPr id="12" name="Straight Arrow Connector 11">
                  <a:extLst>
                    <a:ext uri="{FF2B5EF4-FFF2-40B4-BE49-F238E27FC236}">
                      <a16:creationId xmlns:a16="http://schemas.microsoft.com/office/drawing/2014/main" id="{8C8283EF-B951-898A-DF73-F14BB08B9F40}"/>
                    </a:ext>
                  </a:extLst>
                </p:cNvPr>
                <p:cNvCxnSpPr/>
                <p:nvPr/>
              </p:nvCxnSpPr>
              <p:spPr>
                <a:xfrm flipV="1">
                  <a:off x="4755869" y="3323665"/>
                  <a:ext cx="1651427" cy="8965"/>
                </a:xfrm>
                <a:prstGeom prst="straightConnector1">
                  <a:avLst/>
                </a:prstGeom>
                <a:ln>
                  <a:headEnd type="none" w="med" len="med"/>
                  <a:tailEnd type="arrow" w="med" len="med"/>
                </a:ln>
              </p:spPr>
              <p:style>
                <a:lnRef idx="3">
                  <a:schemeClr val="accent2"/>
                </a:lnRef>
                <a:fillRef idx="0">
                  <a:schemeClr val="accent2"/>
                </a:fillRef>
                <a:effectRef idx="2">
                  <a:schemeClr val="accent2"/>
                </a:effectRef>
                <a:fontRef idx="minor">
                  <a:schemeClr val="tx1"/>
                </a:fontRef>
              </p:style>
            </p:cxnSp>
            <p:cxnSp>
              <p:nvCxnSpPr>
                <p:cNvPr id="13" name="Straight Arrow Connector 12">
                  <a:extLst>
                    <a:ext uri="{FF2B5EF4-FFF2-40B4-BE49-F238E27FC236}">
                      <a16:creationId xmlns:a16="http://schemas.microsoft.com/office/drawing/2014/main" id="{D5C122A6-500D-C369-FFED-447C74C1664E}"/>
                    </a:ext>
                  </a:extLst>
                </p:cNvPr>
                <p:cNvCxnSpPr>
                  <a:cxnSpLocks/>
                  <a:stCxn id="5" idx="3"/>
                </p:cNvCxnSpPr>
                <p:nvPr/>
              </p:nvCxnSpPr>
              <p:spPr>
                <a:xfrm>
                  <a:off x="764180" y="1377722"/>
                  <a:ext cx="2085694" cy="4898"/>
                </a:xfrm>
                <a:prstGeom prst="straightConnector1">
                  <a:avLst/>
                </a:prstGeom>
                <a:ln>
                  <a:solidFill>
                    <a:schemeClr val="accent6"/>
                  </a:solidFill>
                  <a:tailEnd type="triangle"/>
                </a:ln>
              </p:spPr>
              <p:style>
                <a:lnRef idx="3">
                  <a:schemeClr val="accent1"/>
                </a:lnRef>
                <a:fillRef idx="0">
                  <a:schemeClr val="accent1"/>
                </a:fillRef>
                <a:effectRef idx="2">
                  <a:schemeClr val="accent1"/>
                </a:effectRef>
                <a:fontRef idx="minor">
                  <a:schemeClr val="tx1"/>
                </a:fontRef>
              </p:style>
            </p:cxnSp>
            <p:cxnSp>
              <p:nvCxnSpPr>
                <p:cNvPr id="14" name="Straight Arrow Connector 13">
                  <a:extLst>
                    <a:ext uri="{FF2B5EF4-FFF2-40B4-BE49-F238E27FC236}">
                      <a16:creationId xmlns:a16="http://schemas.microsoft.com/office/drawing/2014/main" id="{113876C6-363E-21CF-5FB0-4E85A0AB141D}"/>
                    </a:ext>
                  </a:extLst>
                </p:cNvPr>
                <p:cNvCxnSpPr>
                  <a:cxnSpLocks/>
                  <a:stCxn id="10" idx="3"/>
                </p:cNvCxnSpPr>
                <p:nvPr/>
              </p:nvCxnSpPr>
              <p:spPr>
                <a:xfrm flipV="1">
                  <a:off x="770211" y="3768912"/>
                  <a:ext cx="2066509" cy="2"/>
                </a:xfrm>
                <a:prstGeom prst="straightConnector1">
                  <a:avLst/>
                </a:prstGeom>
                <a:ln>
                  <a:solidFill>
                    <a:schemeClr val="accent6"/>
                  </a:solidFill>
                  <a:tailEnd type="triangle"/>
                </a:ln>
              </p:spPr>
              <p:style>
                <a:lnRef idx="3">
                  <a:schemeClr val="accent1"/>
                </a:lnRef>
                <a:fillRef idx="0">
                  <a:schemeClr val="accent1"/>
                </a:fillRef>
                <a:effectRef idx="2">
                  <a:schemeClr val="accent1"/>
                </a:effectRef>
                <a:fontRef idx="minor">
                  <a:schemeClr val="tx1"/>
                </a:fontRef>
              </p:style>
            </p:cxnSp>
            <p:sp>
              <p:nvSpPr>
                <p:cNvPr id="15" name="Rectangle 14">
                  <a:extLst>
                    <a:ext uri="{FF2B5EF4-FFF2-40B4-BE49-F238E27FC236}">
                      <a16:creationId xmlns:a16="http://schemas.microsoft.com/office/drawing/2014/main" id="{D7FE903A-B1F1-436E-BAB7-92FB8D651FB1}"/>
                    </a:ext>
                  </a:extLst>
                </p:cNvPr>
                <p:cNvSpPr/>
                <p:nvPr/>
              </p:nvSpPr>
              <p:spPr>
                <a:xfrm>
                  <a:off x="10953465" y="5384443"/>
                  <a:ext cx="1850571" cy="729342"/>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w="254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100"/>
                    <a:t>NVM</a:t>
                  </a:r>
                </a:p>
              </p:txBody>
            </p:sp>
            <p:cxnSp>
              <p:nvCxnSpPr>
                <p:cNvPr id="16" name="Straight Arrow Connector 15">
                  <a:extLst>
                    <a:ext uri="{FF2B5EF4-FFF2-40B4-BE49-F238E27FC236}">
                      <a16:creationId xmlns:a16="http://schemas.microsoft.com/office/drawing/2014/main" id="{7EC2D75B-7513-41B5-A1AE-D92818FC03C9}"/>
                    </a:ext>
                  </a:extLst>
                </p:cNvPr>
                <p:cNvCxnSpPr>
                  <a:cxnSpLocks/>
                  <a:endCxn id="15" idx="1"/>
                </p:cNvCxnSpPr>
                <p:nvPr/>
              </p:nvCxnSpPr>
              <p:spPr>
                <a:xfrm flipV="1">
                  <a:off x="8163034" y="5749114"/>
                  <a:ext cx="2790431" cy="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7" name="Straight Arrow Connector 16">
                  <a:extLst>
                    <a:ext uri="{FF2B5EF4-FFF2-40B4-BE49-F238E27FC236}">
                      <a16:creationId xmlns:a16="http://schemas.microsoft.com/office/drawing/2014/main" id="{112A46F4-C0F6-4014-80FA-2421C41C2586}"/>
                    </a:ext>
                  </a:extLst>
                </p:cNvPr>
                <p:cNvCxnSpPr>
                  <a:cxnSpLocks/>
                </p:cNvCxnSpPr>
                <p:nvPr/>
              </p:nvCxnSpPr>
              <p:spPr>
                <a:xfrm>
                  <a:off x="8163034" y="2761099"/>
                  <a:ext cx="2790429"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8" name="Straight Arrow Connector 17">
                  <a:extLst>
                    <a:ext uri="{FF2B5EF4-FFF2-40B4-BE49-F238E27FC236}">
                      <a16:creationId xmlns:a16="http://schemas.microsoft.com/office/drawing/2014/main" id="{ADB9FD05-51F8-460E-B9BA-B1730E4F81C5}"/>
                    </a:ext>
                  </a:extLst>
                </p:cNvPr>
                <p:cNvCxnSpPr>
                  <a:cxnSpLocks/>
                  <a:endCxn id="7" idx="1"/>
                </p:cNvCxnSpPr>
                <p:nvPr/>
              </p:nvCxnSpPr>
              <p:spPr>
                <a:xfrm>
                  <a:off x="8163034" y="234045"/>
                  <a:ext cx="2806513"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grpSp>
          <p:sp>
            <p:nvSpPr>
              <p:cNvPr id="24" name="TextBox 23">
                <a:extLst>
                  <a:ext uri="{FF2B5EF4-FFF2-40B4-BE49-F238E27FC236}">
                    <a16:creationId xmlns:a16="http://schemas.microsoft.com/office/drawing/2014/main" id="{B6312398-4EA4-F02B-540D-0ED55C439F6C}"/>
                  </a:ext>
                </a:extLst>
              </p:cNvPr>
              <p:cNvSpPr txBox="1"/>
              <p:nvPr/>
            </p:nvSpPr>
            <p:spPr>
              <a:xfrm>
                <a:off x="6777972" y="1036314"/>
                <a:ext cx="1467068" cy="230832"/>
              </a:xfrm>
              <a:prstGeom prst="rect">
                <a:avLst/>
              </a:prstGeom>
              <a:noFill/>
            </p:spPr>
            <p:txBody>
              <a:bodyPr wrap="none" rtlCol="0">
                <a:spAutoFit/>
              </a:bodyPr>
              <a:lstStyle/>
              <a:p>
                <a:r>
                  <a:rPr lang="en-US" sz="900" dirty="0"/>
                  <a:t>Power up/Down Request</a:t>
                </a:r>
              </a:p>
            </p:txBody>
          </p:sp>
          <p:sp>
            <p:nvSpPr>
              <p:cNvPr id="29" name="TextBox 28">
                <a:extLst>
                  <a:ext uri="{FF2B5EF4-FFF2-40B4-BE49-F238E27FC236}">
                    <a16:creationId xmlns:a16="http://schemas.microsoft.com/office/drawing/2014/main" id="{900E6110-F13F-4ED8-782F-BACB9FA86357}"/>
                  </a:ext>
                </a:extLst>
              </p:cNvPr>
              <p:cNvSpPr txBox="1"/>
              <p:nvPr/>
            </p:nvSpPr>
            <p:spPr>
              <a:xfrm>
                <a:off x="6492648" y="2884245"/>
                <a:ext cx="2407011" cy="275394"/>
              </a:xfrm>
              <a:prstGeom prst="rect">
                <a:avLst/>
              </a:prstGeom>
              <a:noFill/>
            </p:spPr>
            <p:txBody>
              <a:bodyPr wrap="square" rtlCol="0">
                <a:spAutoFit/>
              </a:bodyPr>
              <a:lstStyle/>
              <a:p>
                <a:r>
                  <a:rPr lang="en-US" sz="900" dirty="0"/>
                  <a:t>Activation/Deactivation Command </a:t>
                </a:r>
              </a:p>
            </p:txBody>
          </p:sp>
          <p:sp>
            <p:nvSpPr>
              <p:cNvPr id="32" name="TextBox 31">
                <a:extLst>
                  <a:ext uri="{FF2B5EF4-FFF2-40B4-BE49-F238E27FC236}">
                    <a16:creationId xmlns:a16="http://schemas.microsoft.com/office/drawing/2014/main" id="{F36FD5A7-9CC7-999D-C276-709BA9D0ADF1}"/>
                  </a:ext>
                </a:extLst>
              </p:cNvPr>
              <p:cNvSpPr txBox="1"/>
              <p:nvPr/>
            </p:nvSpPr>
            <p:spPr>
              <a:xfrm>
                <a:off x="6854114" y="5107532"/>
                <a:ext cx="1314784" cy="230832"/>
              </a:xfrm>
              <a:prstGeom prst="rect">
                <a:avLst/>
              </a:prstGeom>
              <a:noFill/>
            </p:spPr>
            <p:txBody>
              <a:bodyPr wrap="none" rtlCol="0">
                <a:spAutoFit/>
              </a:bodyPr>
              <a:lstStyle/>
              <a:p>
                <a:r>
                  <a:rPr lang="en-US" sz="900" dirty="0"/>
                  <a:t>NVM Read All request</a:t>
                </a:r>
              </a:p>
            </p:txBody>
          </p:sp>
          <p:sp>
            <p:nvSpPr>
              <p:cNvPr id="33" name="TextBox 32">
                <a:extLst>
                  <a:ext uri="{FF2B5EF4-FFF2-40B4-BE49-F238E27FC236}">
                    <a16:creationId xmlns:a16="http://schemas.microsoft.com/office/drawing/2014/main" id="{9EA79D67-67D8-9A7E-E8A7-4B0C8DE0EDA8}"/>
                  </a:ext>
                </a:extLst>
              </p:cNvPr>
              <p:cNvSpPr txBox="1"/>
              <p:nvPr/>
            </p:nvSpPr>
            <p:spPr>
              <a:xfrm>
                <a:off x="1482930" y="1931229"/>
                <a:ext cx="990977" cy="230832"/>
              </a:xfrm>
              <a:prstGeom prst="rect">
                <a:avLst/>
              </a:prstGeom>
              <a:noFill/>
            </p:spPr>
            <p:txBody>
              <a:bodyPr wrap="none" rtlCol="0">
                <a:spAutoFit/>
              </a:bodyPr>
              <a:lstStyle/>
              <a:p>
                <a:r>
                  <a:rPr lang="en-US" sz="900" dirty="0"/>
                  <a:t>Wakeup Source</a:t>
                </a:r>
              </a:p>
            </p:txBody>
          </p:sp>
          <p:sp>
            <p:nvSpPr>
              <p:cNvPr id="36" name="TextBox 35">
                <a:extLst>
                  <a:ext uri="{FF2B5EF4-FFF2-40B4-BE49-F238E27FC236}">
                    <a16:creationId xmlns:a16="http://schemas.microsoft.com/office/drawing/2014/main" id="{35ECEE7B-7406-11B8-7453-8E3A51C877B7}"/>
                  </a:ext>
                </a:extLst>
              </p:cNvPr>
              <p:cNvSpPr txBox="1"/>
              <p:nvPr/>
            </p:nvSpPr>
            <p:spPr>
              <a:xfrm>
                <a:off x="1258719" y="3660046"/>
                <a:ext cx="1428596" cy="230832"/>
              </a:xfrm>
              <a:prstGeom prst="rect">
                <a:avLst/>
              </a:prstGeom>
              <a:noFill/>
            </p:spPr>
            <p:txBody>
              <a:bodyPr wrap="none" rtlCol="0">
                <a:spAutoFit/>
              </a:bodyPr>
              <a:lstStyle/>
              <a:p>
                <a:r>
                  <a:rPr lang="en-US" sz="900" dirty="0"/>
                  <a:t>Application sleep Status</a:t>
                </a:r>
              </a:p>
            </p:txBody>
          </p:sp>
          <p:sp>
            <p:nvSpPr>
              <p:cNvPr id="37" name="TextBox 36">
                <a:extLst>
                  <a:ext uri="{FF2B5EF4-FFF2-40B4-BE49-F238E27FC236}">
                    <a16:creationId xmlns:a16="http://schemas.microsoft.com/office/drawing/2014/main" id="{2E8941AC-70ED-48FD-A824-289FD0DB09B8}"/>
                  </a:ext>
                </a:extLst>
              </p:cNvPr>
              <p:cNvSpPr txBox="1"/>
              <p:nvPr/>
            </p:nvSpPr>
            <p:spPr>
              <a:xfrm>
                <a:off x="4352542" y="3382335"/>
                <a:ext cx="607859" cy="230832"/>
              </a:xfrm>
              <a:prstGeom prst="rect">
                <a:avLst/>
              </a:prstGeom>
              <a:noFill/>
            </p:spPr>
            <p:txBody>
              <a:bodyPr wrap="none" rtlCol="0">
                <a:spAutoFit/>
              </a:bodyPr>
              <a:lstStyle/>
              <a:p>
                <a:r>
                  <a:rPr lang="en-US" sz="900" dirty="0"/>
                  <a:t>Callouts</a:t>
                </a:r>
              </a:p>
            </p:txBody>
          </p:sp>
        </p:grpSp>
        <p:sp>
          <p:nvSpPr>
            <p:cNvPr id="30" name="Rectangle 29">
              <a:extLst>
                <a:ext uri="{FF2B5EF4-FFF2-40B4-BE49-F238E27FC236}">
                  <a16:creationId xmlns:a16="http://schemas.microsoft.com/office/drawing/2014/main" id="{2674743F-2DFD-942D-B627-3E1CAB805E40}"/>
                </a:ext>
              </a:extLst>
            </p:cNvPr>
            <p:cNvSpPr/>
            <p:nvPr/>
          </p:nvSpPr>
          <p:spPr>
            <a:xfrm>
              <a:off x="4037378" y="1720033"/>
              <a:ext cx="2432304" cy="46979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tx2"/>
                  </a:solidFill>
                  <a:latin typeface="Times New Roman" panose="02020603050405020304" pitchFamily="18" charset="0"/>
                  <a:cs typeface="Times New Roman" panose="02020603050405020304" pitchFamily="18" charset="0"/>
                </a:rPr>
                <a:t>EcuAppM_Cfg</a:t>
              </a:r>
            </a:p>
          </p:txBody>
        </p:sp>
        <p:cxnSp>
          <p:nvCxnSpPr>
            <p:cNvPr id="34" name="Straight Arrow Connector 33">
              <a:extLst>
                <a:ext uri="{FF2B5EF4-FFF2-40B4-BE49-F238E27FC236}">
                  <a16:creationId xmlns:a16="http://schemas.microsoft.com/office/drawing/2014/main" id="{CF7BB670-848D-EDE1-1880-C87B205C17C5}"/>
                </a:ext>
              </a:extLst>
            </p:cNvPr>
            <p:cNvCxnSpPr/>
            <p:nvPr/>
          </p:nvCxnSpPr>
          <p:spPr>
            <a:xfrm>
              <a:off x="4343400" y="2175547"/>
              <a:ext cx="0" cy="314725"/>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35" name="Straight Arrow Connector 34">
              <a:extLst>
                <a:ext uri="{FF2B5EF4-FFF2-40B4-BE49-F238E27FC236}">
                  <a16:creationId xmlns:a16="http://schemas.microsoft.com/office/drawing/2014/main" id="{9D5FE0BD-7EA0-866B-B3C3-17A10F32ECE5}"/>
                </a:ext>
              </a:extLst>
            </p:cNvPr>
            <p:cNvCxnSpPr/>
            <p:nvPr/>
          </p:nvCxnSpPr>
          <p:spPr>
            <a:xfrm>
              <a:off x="6096000" y="2175546"/>
              <a:ext cx="0" cy="314725"/>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grpSp>
    </p:spTree>
    <p:extLst>
      <p:ext uri="{BB962C8B-B14F-4D97-AF65-F5344CB8AC3E}">
        <p14:creationId xmlns:p14="http://schemas.microsoft.com/office/powerpoint/2010/main" val="3315961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46B07-47C7-44FF-01B4-2D2D227906D8}"/>
              </a:ext>
            </a:extLst>
          </p:cNvPr>
          <p:cNvSpPr>
            <a:spLocks noGrp="1"/>
          </p:cNvSpPr>
          <p:nvPr>
            <p:ph type="title"/>
          </p:nvPr>
        </p:nvSpPr>
        <p:spPr/>
        <p:txBody>
          <a:bodyPr/>
          <a:lstStyle/>
          <a:p>
            <a:r>
              <a:rPr lang="en-US" sz="2400" dirty="0">
                <a:latin typeface="Times New Roman" panose="02020603050405020304" pitchFamily="18" charset="0"/>
                <a:cs typeface="Times New Roman" panose="02020603050405020304" pitchFamily="18" charset="0"/>
              </a:rPr>
              <a:t> EcuAppM – State Machine</a:t>
            </a:r>
          </a:p>
        </p:txBody>
      </p:sp>
      <p:sp>
        <p:nvSpPr>
          <p:cNvPr id="3" name="Slide Number Placeholder 2">
            <a:extLst>
              <a:ext uri="{FF2B5EF4-FFF2-40B4-BE49-F238E27FC236}">
                <a16:creationId xmlns:a16="http://schemas.microsoft.com/office/drawing/2014/main" id="{0455E7A8-20FC-7FD7-7E74-9BFB15AA5828}"/>
              </a:ext>
            </a:extLst>
          </p:cNvPr>
          <p:cNvSpPr>
            <a:spLocks noGrp="1"/>
          </p:cNvSpPr>
          <p:nvPr>
            <p:ph type="sldNum" sz="quarter" idx="11"/>
          </p:nvPr>
        </p:nvSpPr>
        <p:spPr/>
        <p:txBody>
          <a:bodyPr/>
          <a:lstStyle/>
          <a:p>
            <a:pPr>
              <a:defRPr/>
            </a:pPr>
            <a:fld id="{976FD3BF-6627-4C73-B326-16A2F7B5A470}" type="slidenum">
              <a:rPr lang="en-US" smtClean="0"/>
              <a:pPr>
                <a:defRPr/>
              </a:pPr>
              <a:t>6</a:t>
            </a:fld>
            <a:endParaRPr lang="en-US" dirty="0"/>
          </a:p>
        </p:txBody>
      </p:sp>
      <p:pic>
        <p:nvPicPr>
          <p:cNvPr id="6" name="Picture 5">
            <a:extLst>
              <a:ext uri="{FF2B5EF4-FFF2-40B4-BE49-F238E27FC236}">
                <a16:creationId xmlns:a16="http://schemas.microsoft.com/office/drawing/2014/main" id="{9476C318-5B2E-ED25-B092-0F8BD0CB5365}"/>
              </a:ext>
            </a:extLst>
          </p:cNvPr>
          <p:cNvPicPr>
            <a:picLocks noChangeAspect="1"/>
          </p:cNvPicPr>
          <p:nvPr/>
        </p:nvPicPr>
        <p:blipFill>
          <a:blip r:embed="rId2"/>
          <a:stretch>
            <a:fillRect/>
          </a:stretch>
        </p:blipFill>
        <p:spPr>
          <a:xfrm>
            <a:off x="1842933" y="1299834"/>
            <a:ext cx="7704023" cy="5111322"/>
          </a:xfrm>
          <a:prstGeom prst="rect">
            <a:avLst/>
          </a:prstGeom>
          <a:effectLst>
            <a:softEdge rad="12700"/>
          </a:effectLst>
        </p:spPr>
      </p:pic>
    </p:spTree>
    <p:extLst>
      <p:ext uri="{BB962C8B-B14F-4D97-AF65-F5344CB8AC3E}">
        <p14:creationId xmlns:p14="http://schemas.microsoft.com/office/powerpoint/2010/main" val="3848423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46B07-47C7-44FF-01B4-2D2D227906D8}"/>
              </a:ext>
            </a:extLst>
          </p:cNvPr>
          <p:cNvSpPr>
            <a:spLocks noGrp="1"/>
          </p:cNvSpPr>
          <p:nvPr>
            <p:ph type="title"/>
          </p:nvPr>
        </p:nvSpPr>
        <p:spPr/>
        <p:txBody>
          <a:bodyPr/>
          <a:lstStyle/>
          <a:p>
            <a:r>
              <a:rPr lang="en-US" sz="2400" dirty="0">
                <a:latin typeface="Times New Roman" panose="02020603050405020304" pitchFamily="18" charset="0"/>
                <a:cs typeface="Times New Roman" panose="02020603050405020304" pitchFamily="18" charset="0"/>
              </a:rPr>
              <a:t> EcuAppM - Group Containers</a:t>
            </a:r>
          </a:p>
        </p:txBody>
      </p:sp>
      <p:sp>
        <p:nvSpPr>
          <p:cNvPr id="3" name="Slide Number Placeholder 2">
            <a:extLst>
              <a:ext uri="{FF2B5EF4-FFF2-40B4-BE49-F238E27FC236}">
                <a16:creationId xmlns:a16="http://schemas.microsoft.com/office/drawing/2014/main" id="{0455E7A8-20FC-7FD7-7E74-9BFB15AA5828}"/>
              </a:ext>
            </a:extLst>
          </p:cNvPr>
          <p:cNvSpPr>
            <a:spLocks noGrp="1"/>
          </p:cNvSpPr>
          <p:nvPr>
            <p:ph type="sldNum" sz="quarter" idx="11"/>
          </p:nvPr>
        </p:nvSpPr>
        <p:spPr/>
        <p:txBody>
          <a:bodyPr/>
          <a:lstStyle/>
          <a:p>
            <a:pPr>
              <a:defRPr/>
            </a:pPr>
            <a:fld id="{976FD3BF-6627-4C73-B326-16A2F7B5A470}" type="slidenum">
              <a:rPr lang="en-US" smtClean="0"/>
              <a:pPr>
                <a:defRPr/>
              </a:pPr>
              <a:t>7</a:t>
            </a:fld>
            <a:endParaRPr lang="en-US" dirty="0"/>
          </a:p>
        </p:txBody>
      </p:sp>
      <p:sp>
        <p:nvSpPr>
          <p:cNvPr id="5" name="Rectangle 4">
            <a:extLst>
              <a:ext uri="{FF2B5EF4-FFF2-40B4-BE49-F238E27FC236}">
                <a16:creationId xmlns:a16="http://schemas.microsoft.com/office/drawing/2014/main" id="{11E77259-EA3A-AEC8-F4FF-C7B5169C59F9}"/>
              </a:ext>
            </a:extLst>
          </p:cNvPr>
          <p:cNvSpPr/>
          <p:nvPr/>
        </p:nvSpPr>
        <p:spPr>
          <a:xfrm>
            <a:off x="535856" y="651861"/>
            <a:ext cx="10250964" cy="2031325"/>
          </a:xfrm>
          <a:prstGeom prst="rect">
            <a:avLst/>
          </a:prstGeom>
        </p:spPr>
        <p:txBody>
          <a:bodyPr wrap="square">
            <a:spAutoFit/>
          </a:bodyPr>
          <a:lstStyle/>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EcuAppM manages life cycle of components using “Group Containers”. Each Group container can further contain multiple component Containers. A Component refers to an either SWC’s or CDD’s or any application entity. </a:t>
            </a: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 component container will have a data objects and/or methods required to manage the respective component. </a:t>
            </a: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EcuAppM offers great degree of flexibility in configuring the behavior of “Group containers”. This makes it possible to use this component across programs and can be scalable for future needs. </a:t>
            </a:r>
            <a:endParaRPr lang="en-US" sz="1600" dirty="0">
              <a:solidFill>
                <a:srgbClr val="000000"/>
              </a:solidFill>
              <a:latin typeface="Times New Roman" panose="02020603050405020304" pitchFamily="18" charset="0"/>
              <a:cs typeface="Times New Roman" panose="02020603050405020304" pitchFamily="18" charset="0"/>
            </a:endParaRPr>
          </a:p>
        </p:txBody>
      </p:sp>
      <p:grpSp>
        <p:nvGrpSpPr>
          <p:cNvPr id="6" name="Group 5">
            <a:extLst>
              <a:ext uri="{FF2B5EF4-FFF2-40B4-BE49-F238E27FC236}">
                <a16:creationId xmlns:a16="http://schemas.microsoft.com/office/drawing/2014/main" id="{8557F436-8F46-802D-B7DA-D7BED7C64127}"/>
              </a:ext>
            </a:extLst>
          </p:cNvPr>
          <p:cNvGrpSpPr/>
          <p:nvPr/>
        </p:nvGrpSpPr>
        <p:grpSpPr>
          <a:xfrm>
            <a:off x="1397431" y="2795118"/>
            <a:ext cx="8735782" cy="3331949"/>
            <a:chOff x="1141383" y="2290638"/>
            <a:chExt cx="8735782" cy="3331949"/>
          </a:xfrm>
        </p:grpSpPr>
        <p:grpSp>
          <p:nvGrpSpPr>
            <p:cNvPr id="7" name="Group 6">
              <a:extLst>
                <a:ext uri="{FF2B5EF4-FFF2-40B4-BE49-F238E27FC236}">
                  <a16:creationId xmlns:a16="http://schemas.microsoft.com/office/drawing/2014/main" id="{A63CF256-3287-AE1B-79AE-56A26A191B45}"/>
                </a:ext>
              </a:extLst>
            </p:cNvPr>
            <p:cNvGrpSpPr/>
            <p:nvPr/>
          </p:nvGrpSpPr>
          <p:grpSpPr>
            <a:xfrm>
              <a:off x="1141383" y="2290638"/>
              <a:ext cx="8734098" cy="3331949"/>
              <a:chOff x="1141383" y="2290638"/>
              <a:chExt cx="8734098" cy="3331949"/>
            </a:xfrm>
          </p:grpSpPr>
          <p:grpSp>
            <p:nvGrpSpPr>
              <p:cNvPr id="12" name="Group 11">
                <a:extLst>
                  <a:ext uri="{FF2B5EF4-FFF2-40B4-BE49-F238E27FC236}">
                    <a16:creationId xmlns:a16="http://schemas.microsoft.com/office/drawing/2014/main" id="{B8888394-3CB7-2132-1391-A91C094B893F}"/>
                  </a:ext>
                </a:extLst>
              </p:cNvPr>
              <p:cNvGrpSpPr/>
              <p:nvPr/>
            </p:nvGrpSpPr>
            <p:grpSpPr>
              <a:xfrm>
                <a:off x="1141383" y="2290638"/>
                <a:ext cx="7801034" cy="3331949"/>
                <a:chOff x="1141383" y="2290638"/>
                <a:chExt cx="7801034" cy="3331949"/>
              </a:xfrm>
            </p:grpSpPr>
            <p:grpSp>
              <p:nvGrpSpPr>
                <p:cNvPr id="16" name="Group 15">
                  <a:extLst>
                    <a:ext uri="{FF2B5EF4-FFF2-40B4-BE49-F238E27FC236}">
                      <a16:creationId xmlns:a16="http://schemas.microsoft.com/office/drawing/2014/main" id="{B791A2AA-5ADD-55A2-2DE2-2E9B6D95B8DA}"/>
                    </a:ext>
                  </a:extLst>
                </p:cNvPr>
                <p:cNvGrpSpPr/>
                <p:nvPr/>
              </p:nvGrpSpPr>
              <p:grpSpPr>
                <a:xfrm>
                  <a:off x="1141383" y="2290638"/>
                  <a:ext cx="7801034" cy="1138362"/>
                  <a:chOff x="902241" y="2388337"/>
                  <a:chExt cx="7801034" cy="1138362"/>
                </a:xfrm>
              </p:grpSpPr>
              <p:sp>
                <p:nvSpPr>
                  <p:cNvPr id="61" name="Rectangle 60">
                    <a:extLst>
                      <a:ext uri="{FF2B5EF4-FFF2-40B4-BE49-F238E27FC236}">
                        <a16:creationId xmlns:a16="http://schemas.microsoft.com/office/drawing/2014/main" id="{C5C5CCE2-E958-D732-6C00-ED75E9A8E145}"/>
                      </a:ext>
                    </a:extLst>
                  </p:cNvPr>
                  <p:cNvSpPr/>
                  <p:nvPr/>
                </p:nvSpPr>
                <p:spPr>
                  <a:xfrm>
                    <a:off x="3999865" y="2388337"/>
                    <a:ext cx="1573229" cy="36512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sz="1000" dirty="0">
                        <a:effectLst>
                          <a:outerShdw blurRad="38100" dist="38100" dir="2700000" algn="tl">
                            <a:srgbClr val="000000">
                              <a:alpha val="43137"/>
                            </a:srgbClr>
                          </a:outerShdw>
                        </a:effectLst>
                      </a:rPr>
                      <a:t>Groups Container</a:t>
                    </a:r>
                  </a:p>
                </p:txBody>
              </p:sp>
              <p:sp>
                <p:nvSpPr>
                  <p:cNvPr id="62" name="Rectangle 61">
                    <a:extLst>
                      <a:ext uri="{FF2B5EF4-FFF2-40B4-BE49-F238E27FC236}">
                        <a16:creationId xmlns:a16="http://schemas.microsoft.com/office/drawing/2014/main" id="{4E96F548-A005-43D1-3DA1-D810017649CA}"/>
                      </a:ext>
                    </a:extLst>
                  </p:cNvPr>
                  <p:cNvSpPr/>
                  <p:nvPr/>
                </p:nvSpPr>
                <p:spPr>
                  <a:xfrm>
                    <a:off x="902241" y="3161574"/>
                    <a:ext cx="1573229" cy="365125"/>
                  </a:xfrm>
                  <a:prstGeom prst="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sz="1000" b="1" dirty="0">
                        <a:effectLst>
                          <a:outerShdw blurRad="38100" dist="38100" dir="2700000" algn="tl">
                            <a:srgbClr val="000000">
                              <a:alpha val="43137"/>
                            </a:srgbClr>
                          </a:outerShdw>
                        </a:effectLst>
                      </a:rPr>
                      <a:t>Group#0</a:t>
                    </a:r>
                  </a:p>
                </p:txBody>
              </p:sp>
              <p:sp>
                <p:nvSpPr>
                  <p:cNvPr id="63" name="Rectangle 62">
                    <a:extLst>
                      <a:ext uri="{FF2B5EF4-FFF2-40B4-BE49-F238E27FC236}">
                        <a16:creationId xmlns:a16="http://schemas.microsoft.com/office/drawing/2014/main" id="{5D2B1671-A083-B6BD-C29F-7034AB3EAB91}"/>
                      </a:ext>
                    </a:extLst>
                  </p:cNvPr>
                  <p:cNvSpPr/>
                  <p:nvPr/>
                </p:nvSpPr>
                <p:spPr>
                  <a:xfrm>
                    <a:off x="2813420" y="3161574"/>
                    <a:ext cx="1573229" cy="365125"/>
                  </a:xfrm>
                  <a:prstGeom prst="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sz="1000" b="1" dirty="0">
                        <a:effectLst>
                          <a:outerShdw blurRad="38100" dist="38100" dir="2700000" algn="tl">
                            <a:srgbClr val="000000">
                              <a:alpha val="43137"/>
                            </a:srgbClr>
                          </a:outerShdw>
                        </a:effectLst>
                      </a:rPr>
                      <a:t>Group#1</a:t>
                    </a:r>
                  </a:p>
                </p:txBody>
              </p:sp>
              <p:sp>
                <p:nvSpPr>
                  <p:cNvPr id="64" name="Rectangle 63">
                    <a:extLst>
                      <a:ext uri="{FF2B5EF4-FFF2-40B4-BE49-F238E27FC236}">
                        <a16:creationId xmlns:a16="http://schemas.microsoft.com/office/drawing/2014/main" id="{EEA4FE15-CA3C-372C-1F38-630DA8A50540}"/>
                      </a:ext>
                    </a:extLst>
                  </p:cNvPr>
                  <p:cNvSpPr/>
                  <p:nvPr/>
                </p:nvSpPr>
                <p:spPr>
                  <a:xfrm>
                    <a:off x="5041900" y="3159818"/>
                    <a:ext cx="1573229" cy="36512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sz="1000" b="1" dirty="0">
                        <a:effectLst>
                          <a:outerShdw blurRad="38100" dist="38100" dir="2700000" algn="tl">
                            <a:srgbClr val="000000">
                              <a:alpha val="43137"/>
                            </a:srgbClr>
                          </a:outerShdw>
                        </a:effectLst>
                      </a:rPr>
                      <a:t>Group#2</a:t>
                    </a:r>
                  </a:p>
                </p:txBody>
              </p:sp>
              <p:sp>
                <p:nvSpPr>
                  <p:cNvPr id="65" name="Rectangle 64">
                    <a:extLst>
                      <a:ext uri="{FF2B5EF4-FFF2-40B4-BE49-F238E27FC236}">
                        <a16:creationId xmlns:a16="http://schemas.microsoft.com/office/drawing/2014/main" id="{13B705DC-7502-5F69-9AE2-202420266082}"/>
                      </a:ext>
                    </a:extLst>
                  </p:cNvPr>
                  <p:cNvSpPr/>
                  <p:nvPr/>
                </p:nvSpPr>
                <p:spPr>
                  <a:xfrm>
                    <a:off x="7130046" y="3159818"/>
                    <a:ext cx="1573229" cy="36512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sz="1000" b="1" dirty="0">
                        <a:effectLst>
                          <a:outerShdw blurRad="38100" dist="38100" dir="2700000" algn="tl">
                            <a:srgbClr val="000000">
                              <a:alpha val="43137"/>
                            </a:srgbClr>
                          </a:outerShdw>
                        </a:effectLst>
                      </a:rPr>
                      <a:t>Group#3</a:t>
                    </a:r>
                  </a:p>
                </p:txBody>
              </p:sp>
              <p:grpSp>
                <p:nvGrpSpPr>
                  <p:cNvPr id="66" name="Group 65">
                    <a:extLst>
                      <a:ext uri="{FF2B5EF4-FFF2-40B4-BE49-F238E27FC236}">
                        <a16:creationId xmlns:a16="http://schemas.microsoft.com/office/drawing/2014/main" id="{B3912CEC-01B5-3945-696C-C056703717C9}"/>
                      </a:ext>
                    </a:extLst>
                  </p:cNvPr>
                  <p:cNvGrpSpPr/>
                  <p:nvPr/>
                </p:nvGrpSpPr>
                <p:grpSpPr>
                  <a:xfrm>
                    <a:off x="1688857" y="2990334"/>
                    <a:ext cx="6227804" cy="171239"/>
                    <a:chOff x="1688857" y="2990334"/>
                    <a:chExt cx="6227804" cy="171239"/>
                  </a:xfrm>
                </p:grpSpPr>
                <p:cxnSp>
                  <p:nvCxnSpPr>
                    <p:cNvPr id="70" name="Connector: Elbow 69">
                      <a:extLst>
                        <a:ext uri="{FF2B5EF4-FFF2-40B4-BE49-F238E27FC236}">
                          <a16:creationId xmlns:a16="http://schemas.microsoft.com/office/drawing/2014/main" id="{81E73F5F-769D-6F4F-1323-ED7EA0A8075B}"/>
                        </a:ext>
                      </a:extLst>
                    </p:cNvPr>
                    <p:cNvCxnSpPr>
                      <a:cxnSpLocks/>
                      <a:endCxn id="62" idx="0"/>
                    </p:cNvCxnSpPr>
                    <p:nvPr/>
                  </p:nvCxnSpPr>
                  <p:spPr>
                    <a:xfrm rot="10800000" flipV="1">
                      <a:off x="1688857" y="2990334"/>
                      <a:ext cx="2838127" cy="171239"/>
                    </a:xfrm>
                    <a:prstGeom prst="bentConnector2">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71" name="Connector: Elbow 70">
                      <a:extLst>
                        <a:ext uri="{FF2B5EF4-FFF2-40B4-BE49-F238E27FC236}">
                          <a16:creationId xmlns:a16="http://schemas.microsoft.com/office/drawing/2014/main" id="{E9CCC3A3-6AD4-7F3B-B6C4-8848B6BCBCB7}"/>
                        </a:ext>
                      </a:extLst>
                    </p:cNvPr>
                    <p:cNvCxnSpPr>
                      <a:cxnSpLocks/>
                      <a:endCxn id="65" idx="0"/>
                    </p:cNvCxnSpPr>
                    <p:nvPr/>
                  </p:nvCxnSpPr>
                  <p:spPr>
                    <a:xfrm>
                      <a:off x="4526984" y="2990334"/>
                      <a:ext cx="3389677" cy="169484"/>
                    </a:xfrm>
                    <a:prstGeom prst="bentConnector2">
                      <a:avLst/>
                    </a:prstGeom>
                    <a:ln>
                      <a:tailEnd type="triangle"/>
                    </a:ln>
                  </p:spPr>
                  <p:style>
                    <a:lnRef idx="3">
                      <a:schemeClr val="accent3"/>
                    </a:lnRef>
                    <a:fillRef idx="0">
                      <a:schemeClr val="accent3"/>
                    </a:fillRef>
                    <a:effectRef idx="2">
                      <a:schemeClr val="accent3"/>
                    </a:effectRef>
                    <a:fontRef idx="minor">
                      <a:schemeClr val="tx1"/>
                    </a:fontRef>
                  </p:style>
                </p:cxnSp>
              </p:grpSp>
              <p:cxnSp>
                <p:nvCxnSpPr>
                  <p:cNvPr id="67" name="Straight Arrow Connector 66">
                    <a:extLst>
                      <a:ext uri="{FF2B5EF4-FFF2-40B4-BE49-F238E27FC236}">
                        <a16:creationId xmlns:a16="http://schemas.microsoft.com/office/drawing/2014/main" id="{271C1BCA-6CD0-DCBF-4142-B7B2B3AC4BB8}"/>
                      </a:ext>
                    </a:extLst>
                  </p:cNvPr>
                  <p:cNvCxnSpPr>
                    <a:endCxn id="63" idx="0"/>
                  </p:cNvCxnSpPr>
                  <p:nvPr/>
                </p:nvCxnSpPr>
                <p:spPr>
                  <a:xfrm>
                    <a:off x="3600034" y="2990334"/>
                    <a:ext cx="1" cy="17124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68" name="Straight Arrow Connector 67">
                    <a:extLst>
                      <a:ext uri="{FF2B5EF4-FFF2-40B4-BE49-F238E27FC236}">
                        <a16:creationId xmlns:a16="http://schemas.microsoft.com/office/drawing/2014/main" id="{6ABF2D62-43F6-4A22-052E-9EDD98B5BDA8}"/>
                      </a:ext>
                    </a:extLst>
                  </p:cNvPr>
                  <p:cNvCxnSpPr>
                    <a:endCxn id="64" idx="0"/>
                  </p:cNvCxnSpPr>
                  <p:nvPr/>
                </p:nvCxnSpPr>
                <p:spPr>
                  <a:xfrm>
                    <a:off x="5828514" y="2990334"/>
                    <a:ext cx="1" cy="169484"/>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69" name="Straight Arrow Connector 68">
                    <a:extLst>
                      <a:ext uri="{FF2B5EF4-FFF2-40B4-BE49-F238E27FC236}">
                        <a16:creationId xmlns:a16="http://schemas.microsoft.com/office/drawing/2014/main" id="{9DC294CA-FAC5-8204-0DDC-6DA13D2B006B}"/>
                      </a:ext>
                    </a:extLst>
                  </p:cNvPr>
                  <p:cNvCxnSpPr>
                    <a:stCxn id="61" idx="2"/>
                  </p:cNvCxnSpPr>
                  <p:nvPr/>
                </p:nvCxnSpPr>
                <p:spPr>
                  <a:xfrm flipH="1">
                    <a:off x="4786479" y="2753462"/>
                    <a:ext cx="1" cy="236872"/>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grpSp>
            <p:grpSp>
              <p:nvGrpSpPr>
                <p:cNvPr id="17" name="Group 16">
                  <a:extLst>
                    <a:ext uri="{FF2B5EF4-FFF2-40B4-BE49-F238E27FC236}">
                      <a16:creationId xmlns:a16="http://schemas.microsoft.com/office/drawing/2014/main" id="{B8C33A06-9A2F-9BC0-14A1-BB06A779CAC2}"/>
                    </a:ext>
                  </a:extLst>
                </p:cNvPr>
                <p:cNvGrpSpPr/>
                <p:nvPr/>
              </p:nvGrpSpPr>
              <p:grpSpPr>
                <a:xfrm>
                  <a:off x="1324650" y="3429000"/>
                  <a:ext cx="1177047" cy="2193587"/>
                  <a:chOff x="1324650" y="3429000"/>
                  <a:chExt cx="1177047" cy="2193587"/>
                </a:xfrm>
              </p:grpSpPr>
              <p:grpSp>
                <p:nvGrpSpPr>
                  <p:cNvPr id="51" name="Group 50">
                    <a:extLst>
                      <a:ext uri="{FF2B5EF4-FFF2-40B4-BE49-F238E27FC236}">
                        <a16:creationId xmlns:a16="http://schemas.microsoft.com/office/drawing/2014/main" id="{591CBA5A-8391-A172-25B0-B9B719E27693}"/>
                      </a:ext>
                    </a:extLst>
                  </p:cNvPr>
                  <p:cNvGrpSpPr/>
                  <p:nvPr/>
                </p:nvGrpSpPr>
                <p:grpSpPr>
                  <a:xfrm>
                    <a:off x="1324650" y="3908897"/>
                    <a:ext cx="1177047" cy="1713690"/>
                    <a:chOff x="1353830" y="3817090"/>
                    <a:chExt cx="1177047" cy="1713690"/>
                  </a:xfrm>
                </p:grpSpPr>
                <p:sp>
                  <p:nvSpPr>
                    <p:cNvPr id="53" name="Rectangle 52">
                      <a:extLst>
                        <a:ext uri="{FF2B5EF4-FFF2-40B4-BE49-F238E27FC236}">
                          <a16:creationId xmlns:a16="http://schemas.microsoft.com/office/drawing/2014/main" id="{7D716ABA-07E8-21B2-0EE7-49208A4CF28F}"/>
                        </a:ext>
                      </a:extLst>
                    </p:cNvPr>
                    <p:cNvSpPr/>
                    <p:nvPr/>
                  </p:nvSpPr>
                  <p:spPr>
                    <a:xfrm>
                      <a:off x="1353830" y="3817090"/>
                      <a:ext cx="1177047" cy="1713690"/>
                    </a:xfrm>
                    <a:prstGeom prst="rect">
                      <a:avLst/>
                    </a:prstGeom>
                    <a:ln w="19050">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kumimoji="1" lang="en-US" dirty="0">
                        <a:effectLst>
                          <a:outerShdw blurRad="38100" dist="38100" dir="2700000" algn="tl">
                            <a:srgbClr val="000000">
                              <a:alpha val="43137"/>
                            </a:srgbClr>
                          </a:outerShdw>
                        </a:effectLst>
                      </a:endParaRPr>
                    </a:p>
                  </p:txBody>
                </p:sp>
                <p:grpSp>
                  <p:nvGrpSpPr>
                    <p:cNvPr id="54" name="Group 53">
                      <a:extLst>
                        <a:ext uri="{FF2B5EF4-FFF2-40B4-BE49-F238E27FC236}">
                          <a16:creationId xmlns:a16="http://schemas.microsoft.com/office/drawing/2014/main" id="{77B1682C-9D4F-6A6D-E965-17803F4A9796}"/>
                        </a:ext>
                      </a:extLst>
                    </p:cNvPr>
                    <p:cNvGrpSpPr/>
                    <p:nvPr/>
                  </p:nvGrpSpPr>
                  <p:grpSpPr>
                    <a:xfrm>
                      <a:off x="1392742" y="3955913"/>
                      <a:ext cx="1070509" cy="1560643"/>
                      <a:chOff x="1394599" y="3946010"/>
                      <a:chExt cx="1070509" cy="1560643"/>
                    </a:xfrm>
                  </p:grpSpPr>
                  <p:grpSp>
                    <p:nvGrpSpPr>
                      <p:cNvPr id="55" name="Group 54">
                        <a:extLst>
                          <a:ext uri="{FF2B5EF4-FFF2-40B4-BE49-F238E27FC236}">
                            <a16:creationId xmlns:a16="http://schemas.microsoft.com/office/drawing/2014/main" id="{A615B93A-7887-7613-5921-9DE3D914C937}"/>
                          </a:ext>
                        </a:extLst>
                      </p:cNvPr>
                      <p:cNvGrpSpPr/>
                      <p:nvPr/>
                    </p:nvGrpSpPr>
                    <p:grpSpPr>
                      <a:xfrm>
                        <a:off x="1394599" y="3946010"/>
                        <a:ext cx="1066800" cy="1283644"/>
                        <a:chOff x="1548714" y="3943264"/>
                        <a:chExt cx="1066800" cy="1283644"/>
                      </a:xfrm>
                      <a:effectLst>
                        <a:glow rad="101600">
                          <a:schemeClr val="accent6">
                            <a:satMod val="175000"/>
                            <a:alpha val="40000"/>
                          </a:schemeClr>
                        </a:glow>
                      </a:effectLst>
                    </p:grpSpPr>
                    <p:sp>
                      <p:nvSpPr>
                        <p:cNvPr id="57" name="Rectangle 56">
                          <a:extLst>
                            <a:ext uri="{FF2B5EF4-FFF2-40B4-BE49-F238E27FC236}">
                              <a16:creationId xmlns:a16="http://schemas.microsoft.com/office/drawing/2014/main" id="{E213E2F2-D697-CCD3-CF26-E9CD0A602734}"/>
                            </a:ext>
                          </a:extLst>
                        </p:cNvPr>
                        <p:cNvSpPr/>
                        <p:nvPr/>
                      </p:nvSpPr>
                      <p:spPr>
                        <a:xfrm>
                          <a:off x="1548714" y="39432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58" name="Rectangle 57">
                          <a:extLst>
                            <a:ext uri="{FF2B5EF4-FFF2-40B4-BE49-F238E27FC236}">
                              <a16:creationId xmlns:a16="http://schemas.microsoft.com/office/drawing/2014/main" id="{D579CF4A-305C-B57D-B99C-91C1F2E079E4}"/>
                            </a:ext>
                          </a:extLst>
                        </p:cNvPr>
                        <p:cNvSpPr/>
                        <p:nvPr/>
                      </p:nvSpPr>
                      <p:spPr>
                        <a:xfrm>
                          <a:off x="1701114" y="40956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59" name="Rectangle 58">
                          <a:extLst>
                            <a:ext uri="{FF2B5EF4-FFF2-40B4-BE49-F238E27FC236}">
                              <a16:creationId xmlns:a16="http://schemas.microsoft.com/office/drawing/2014/main" id="{7445504D-9363-0D1C-4889-D0F1E1CC51CF}"/>
                            </a:ext>
                          </a:extLst>
                        </p:cNvPr>
                        <p:cNvSpPr/>
                        <p:nvPr/>
                      </p:nvSpPr>
                      <p:spPr>
                        <a:xfrm>
                          <a:off x="1853514" y="42480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60" name="Rectangle 59">
                          <a:extLst>
                            <a:ext uri="{FF2B5EF4-FFF2-40B4-BE49-F238E27FC236}">
                              <a16:creationId xmlns:a16="http://schemas.microsoft.com/office/drawing/2014/main" id="{B24359AA-2F79-2E70-42BD-38EC288E3F82}"/>
                            </a:ext>
                          </a:extLst>
                        </p:cNvPr>
                        <p:cNvSpPr/>
                        <p:nvPr/>
                      </p:nvSpPr>
                      <p:spPr>
                        <a:xfrm>
                          <a:off x="2005914" y="44004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grpSp>
                  <p:sp>
                    <p:nvSpPr>
                      <p:cNvPr id="56" name="TextBox 55">
                        <a:extLst>
                          <a:ext uri="{FF2B5EF4-FFF2-40B4-BE49-F238E27FC236}">
                            <a16:creationId xmlns:a16="http://schemas.microsoft.com/office/drawing/2014/main" id="{1117471A-EC5D-05BF-B205-36368F6FB565}"/>
                          </a:ext>
                        </a:extLst>
                      </p:cNvPr>
                      <p:cNvSpPr txBox="1"/>
                      <p:nvPr/>
                    </p:nvSpPr>
                    <p:spPr>
                      <a:xfrm>
                        <a:off x="1445277" y="5229654"/>
                        <a:ext cx="1019831" cy="276999"/>
                      </a:xfrm>
                      <a:prstGeom prst="rect">
                        <a:avLst/>
                      </a:prstGeom>
                      <a:noFill/>
                    </p:spPr>
                    <p:txBody>
                      <a:bodyPr wrap="none" rtlCol="0">
                        <a:spAutoFit/>
                      </a:bodyPr>
                      <a:lstStyle/>
                      <a:p>
                        <a:r>
                          <a:rPr lang="en-US" sz="1200" dirty="0">
                            <a:solidFill>
                              <a:srgbClr val="0C3D60"/>
                            </a:solidFill>
                          </a:rPr>
                          <a:t>components</a:t>
                        </a:r>
                      </a:p>
                    </p:txBody>
                  </p:sp>
                </p:grpSp>
              </p:grpSp>
              <p:cxnSp>
                <p:nvCxnSpPr>
                  <p:cNvPr id="52" name="Straight Arrow Connector 51">
                    <a:extLst>
                      <a:ext uri="{FF2B5EF4-FFF2-40B4-BE49-F238E27FC236}">
                        <a16:creationId xmlns:a16="http://schemas.microsoft.com/office/drawing/2014/main" id="{AF0023D4-1B44-4730-496B-BECD75DFBFC0}"/>
                      </a:ext>
                    </a:extLst>
                  </p:cNvPr>
                  <p:cNvCxnSpPr>
                    <a:stCxn id="62" idx="2"/>
                  </p:cNvCxnSpPr>
                  <p:nvPr/>
                </p:nvCxnSpPr>
                <p:spPr>
                  <a:xfrm flipH="1">
                    <a:off x="1927997" y="3429000"/>
                    <a:ext cx="1" cy="47989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grpSp>
            <p:grpSp>
              <p:nvGrpSpPr>
                <p:cNvPr id="18" name="Group 17">
                  <a:extLst>
                    <a:ext uri="{FF2B5EF4-FFF2-40B4-BE49-F238E27FC236}">
                      <a16:creationId xmlns:a16="http://schemas.microsoft.com/office/drawing/2014/main" id="{54D0F0EA-F275-9776-8196-F5B245BE4702}"/>
                    </a:ext>
                  </a:extLst>
                </p:cNvPr>
                <p:cNvGrpSpPr/>
                <p:nvPr/>
              </p:nvGrpSpPr>
              <p:grpSpPr>
                <a:xfrm>
                  <a:off x="3258043" y="3427244"/>
                  <a:ext cx="1177047" cy="2193587"/>
                  <a:chOff x="1324650" y="3429000"/>
                  <a:chExt cx="1177047" cy="2193587"/>
                </a:xfrm>
              </p:grpSpPr>
              <p:grpSp>
                <p:nvGrpSpPr>
                  <p:cNvPr id="41" name="Group 40">
                    <a:extLst>
                      <a:ext uri="{FF2B5EF4-FFF2-40B4-BE49-F238E27FC236}">
                        <a16:creationId xmlns:a16="http://schemas.microsoft.com/office/drawing/2014/main" id="{5B021D70-7249-9A80-1733-3D9F93566CFB}"/>
                      </a:ext>
                    </a:extLst>
                  </p:cNvPr>
                  <p:cNvGrpSpPr/>
                  <p:nvPr/>
                </p:nvGrpSpPr>
                <p:grpSpPr>
                  <a:xfrm>
                    <a:off x="1324650" y="3908897"/>
                    <a:ext cx="1177047" cy="1713690"/>
                    <a:chOff x="1353830" y="3817090"/>
                    <a:chExt cx="1177047" cy="1713690"/>
                  </a:xfrm>
                </p:grpSpPr>
                <p:sp>
                  <p:nvSpPr>
                    <p:cNvPr id="43" name="Rectangle 42">
                      <a:extLst>
                        <a:ext uri="{FF2B5EF4-FFF2-40B4-BE49-F238E27FC236}">
                          <a16:creationId xmlns:a16="http://schemas.microsoft.com/office/drawing/2014/main" id="{973C93D6-5D7C-00CA-590E-B4D8DEBE3CF2}"/>
                        </a:ext>
                      </a:extLst>
                    </p:cNvPr>
                    <p:cNvSpPr/>
                    <p:nvPr/>
                  </p:nvSpPr>
                  <p:spPr>
                    <a:xfrm>
                      <a:off x="1353830" y="3817090"/>
                      <a:ext cx="1177047" cy="1713690"/>
                    </a:xfrm>
                    <a:prstGeom prst="rect">
                      <a:avLst/>
                    </a:prstGeom>
                    <a:ln w="19050">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kumimoji="1" lang="en-US" dirty="0">
                        <a:effectLst>
                          <a:outerShdw blurRad="38100" dist="38100" dir="2700000" algn="tl">
                            <a:srgbClr val="000000">
                              <a:alpha val="43137"/>
                            </a:srgbClr>
                          </a:outerShdw>
                        </a:effectLst>
                      </a:endParaRPr>
                    </a:p>
                  </p:txBody>
                </p:sp>
                <p:grpSp>
                  <p:nvGrpSpPr>
                    <p:cNvPr id="44" name="Group 43">
                      <a:extLst>
                        <a:ext uri="{FF2B5EF4-FFF2-40B4-BE49-F238E27FC236}">
                          <a16:creationId xmlns:a16="http://schemas.microsoft.com/office/drawing/2014/main" id="{4A154FB4-D778-FEA5-5D11-484A42649A8E}"/>
                        </a:ext>
                      </a:extLst>
                    </p:cNvPr>
                    <p:cNvGrpSpPr/>
                    <p:nvPr/>
                  </p:nvGrpSpPr>
                  <p:grpSpPr>
                    <a:xfrm>
                      <a:off x="1392742" y="3955913"/>
                      <a:ext cx="1070509" cy="1560643"/>
                      <a:chOff x="1394599" y="3946010"/>
                      <a:chExt cx="1070509" cy="1560643"/>
                    </a:xfrm>
                  </p:grpSpPr>
                  <p:grpSp>
                    <p:nvGrpSpPr>
                      <p:cNvPr id="45" name="Group 44">
                        <a:extLst>
                          <a:ext uri="{FF2B5EF4-FFF2-40B4-BE49-F238E27FC236}">
                            <a16:creationId xmlns:a16="http://schemas.microsoft.com/office/drawing/2014/main" id="{21CEFB4C-0F6C-174F-6821-237701E97B96}"/>
                          </a:ext>
                        </a:extLst>
                      </p:cNvPr>
                      <p:cNvGrpSpPr/>
                      <p:nvPr/>
                    </p:nvGrpSpPr>
                    <p:grpSpPr>
                      <a:xfrm>
                        <a:off x="1394599" y="3946010"/>
                        <a:ext cx="1066800" cy="1283644"/>
                        <a:chOff x="1548714" y="3943264"/>
                        <a:chExt cx="1066800" cy="1283644"/>
                      </a:xfrm>
                      <a:effectLst>
                        <a:glow rad="101600">
                          <a:schemeClr val="accent6">
                            <a:satMod val="175000"/>
                            <a:alpha val="40000"/>
                          </a:schemeClr>
                        </a:glow>
                      </a:effectLst>
                    </p:grpSpPr>
                    <p:sp>
                      <p:nvSpPr>
                        <p:cNvPr id="47" name="Rectangle 46">
                          <a:extLst>
                            <a:ext uri="{FF2B5EF4-FFF2-40B4-BE49-F238E27FC236}">
                              <a16:creationId xmlns:a16="http://schemas.microsoft.com/office/drawing/2014/main" id="{8340AF0A-B346-6C2A-A8DB-7597D1B48E63}"/>
                            </a:ext>
                          </a:extLst>
                        </p:cNvPr>
                        <p:cNvSpPr/>
                        <p:nvPr/>
                      </p:nvSpPr>
                      <p:spPr>
                        <a:xfrm>
                          <a:off x="1548714" y="39432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48" name="Rectangle 47">
                          <a:extLst>
                            <a:ext uri="{FF2B5EF4-FFF2-40B4-BE49-F238E27FC236}">
                              <a16:creationId xmlns:a16="http://schemas.microsoft.com/office/drawing/2014/main" id="{546B09BA-7BDB-2F1B-7F10-E878D855ADEA}"/>
                            </a:ext>
                          </a:extLst>
                        </p:cNvPr>
                        <p:cNvSpPr/>
                        <p:nvPr/>
                      </p:nvSpPr>
                      <p:spPr>
                        <a:xfrm>
                          <a:off x="1701114" y="40956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49" name="Rectangle 48">
                          <a:extLst>
                            <a:ext uri="{FF2B5EF4-FFF2-40B4-BE49-F238E27FC236}">
                              <a16:creationId xmlns:a16="http://schemas.microsoft.com/office/drawing/2014/main" id="{34F3ED58-747C-B955-62CF-9957B75BE923}"/>
                            </a:ext>
                          </a:extLst>
                        </p:cNvPr>
                        <p:cNvSpPr/>
                        <p:nvPr/>
                      </p:nvSpPr>
                      <p:spPr>
                        <a:xfrm>
                          <a:off x="1853514" y="42480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50" name="Rectangle 49">
                          <a:extLst>
                            <a:ext uri="{FF2B5EF4-FFF2-40B4-BE49-F238E27FC236}">
                              <a16:creationId xmlns:a16="http://schemas.microsoft.com/office/drawing/2014/main" id="{6A9CCF6A-9884-5542-33B7-215DF7196C54}"/>
                            </a:ext>
                          </a:extLst>
                        </p:cNvPr>
                        <p:cNvSpPr/>
                        <p:nvPr/>
                      </p:nvSpPr>
                      <p:spPr>
                        <a:xfrm>
                          <a:off x="2005914" y="44004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grpSp>
                  <p:sp>
                    <p:nvSpPr>
                      <p:cNvPr id="46" name="TextBox 45">
                        <a:extLst>
                          <a:ext uri="{FF2B5EF4-FFF2-40B4-BE49-F238E27FC236}">
                            <a16:creationId xmlns:a16="http://schemas.microsoft.com/office/drawing/2014/main" id="{E06CF4E8-5EEF-14D6-0B88-750905EF7416}"/>
                          </a:ext>
                        </a:extLst>
                      </p:cNvPr>
                      <p:cNvSpPr txBox="1"/>
                      <p:nvPr/>
                    </p:nvSpPr>
                    <p:spPr>
                      <a:xfrm>
                        <a:off x="1445277" y="5229654"/>
                        <a:ext cx="1019831" cy="276999"/>
                      </a:xfrm>
                      <a:prstGeom prst="rect">
                        <a:avLst/>
                      </a:prstGeom>
                      <a:noFill/>
                    </p:spPr>
                    <p:txBody>
                      <a:bodyPr wrap="none" rtlCol="0">
                        <a:spAutoFit/>
                      </a:bodyPr>
                      <a:lstStyle/>
                      <a:p>
                        <a:r>
                          <a:rPr lang="en-US" sz="1200" dirty="0">
                            <a:solidFill>
                              <a:srgbClr val="0C3D60"/>
                            </a:solidFill>
                          </a:rPr>
                          <a:t>components</a:t>
                        </a:r>
                      </a:p>
                    </p:txBody>
                  </p:sp>
                </p:grpSp>
              </p:grpSp>
              <p:cxnSp>
                <p:nvCxnSpPr>
                  <p:cNvPr id="42" name="Straight Arrow Connector 41">
                    <a:extLst>
                      <a:ext uri="{FF2B5EF4-FFF2-40B4-BE49-F238E27FC236}">
                        <a16:creationId xmlns:a16="http://schemas.microsoft.com/office/drawing/2014/main" id="{BD00914D-71A3-04B9-EFD8-F4FCD212513A}"/>
                      </a:ext>
                    </a:extLst>
                  </p:cNvPr>
                  <p:cNvCxnSpPr/>
                  <p:nvPr/>
                </p:nvCxnSpPr>
                <p:spPr>
                  <a:xfrm flipH="1">
                    <a:off x="1927997" y="3429000"/>
                    <a:ext cx="1" cy="47989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grpSp>
            <p:grpSp>
              <p:nvGrpSpPr>
                <p:cNvPr id="19" name="Group 18">
                  <a:extLst>
                    <a:ext uri="{FF2B5EF4-FFF2-40B4-BE49-F238E27FC236}">
                      <a16:creationId xmlns:a16="http://schemas.microsoft.com/office/drawing/2014/main" id="{45024A26-4101-4250-6833-68FFBBF11EE4}"/>
                    </a:ext>
                  </a:extLst>
                </p:cNvPr>
                <p:cNvGrpSpPr/>
                <p:nvPr/>
              </p:nvGrpSpPr>
              <p:grpSpPr>
                <a:xfrm>
                  <a:off x="5479132" y="3427244"/>
                  <a:ext cx="1177047" cy="2193587"/>
                  <a:chOff x="1324650" y="3429000"/>
                  <a:chExt cx="1177047" cy="2193587"/>
                </a:xfrm>
              </p:grpSpPr>
              <p:grpSp>
                <p:nvGrpSpPr>
                  <p:cNvPr id="31" name="Group 30">
                    <a:extLst>
                      <a:ext uri="{FF2B5EF4-FFF2-40B4-BE49-F238E27FC236}">
                        <a16:creationId xmlns:a16="http://schemas.microsoft.com/office/drawing/2014/main" id="{277A0BB0-9E92-7D44-036E-47A3B963A2C5}"/>
                      </a:ext>
                    </a:extLst>
                  </p:cNvPr>
                  <p:cNvGrpSpPr/>
                  <p:nvPr/>
                </p:nvGrpSpPr>
                <p:grpSpPr>
                  <a:xfrm>
                    <a:off x="1324650" y="3908897"/>
                    <a:ext cx="1177047" cy="1713690"/>
                    <a:chOff x="1353830" y="3817090"/>
                    <a:chExt cx="1177047" cy="1713690"/>
                  </a:xfrm>
                </p:grpSpPr>
                <p:sp>
                  <p:nvSpPr>
                    <p:cNvPr id="33" name="Rectangle 32">
                      <a:extLst>
                        <a:ext uri="{FF2B5EF4-FFF2-40B4-BE49-F238E27FC236}">
                          <a16:creationId xmlns:a16="http://schemas.microsoft.com/office/drawing/2014/main" id="{9857CE21-4BE2-CEC2-9E07-03B89D5FCBA3}"/>
                        </a:ext>
                      </a:extLst>
                    </p:cNvPr>
                    <p:cNvSpPr/>
                    <p:nvPr/>
                  </p:nvSpPr>
                  <p:spPr>
                    <a:xfrm>
                      <a:off x="1353830" y="3817090"/>
                      <a:ext cx="1177047" cy="1713690"/>
                    </a:xfrm>
                    <a:prstGeom prst="rect">
                      <a:avLst/>
                    </a:prstGeom>
                    <a:ln w="19050">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kumimoji="1" lang="en-US" dirty="0">
                        <a:effectLst>
                          <a:outerShdw blurRad="38100" dist="38100" dir="2700000" algn="tl">
                            <a:srgbClr val="000000">
                              <a:alpha val="43137"/>
                            </a:srgbClr>
                          </a:outerShdw>
                        </a:effectLst>
                      </a:endParaRPr>
                    </a:p>
                  </p:txBody>
                </p:sp>
                <p:grpSp>
                  <p:nvGrpSpPr>
                    <p:cNvPr id="34" name="Group 33">
                      <a:extLst>
                        <a:ext uri="{FF2B5EF4-FFF2-40B4-BE49-F238E27FC236}">
                          <a16:creationId xmlns:a16="http://schemas.microsoft.com/office/drawing/2014/main" id="{58B6C7DC-3ADD-0B4A-7259-6633F1FAF4BF}"/>
                        </a:ext>
                      </a:extLst>
                    </p:cNvPr>
                    <p:cNvGrpSpPr/>
                    <p:nvPr/>
                  </p:nvGrpSpPr>
                  <p:grpSpPr>
                    <a:xfrm>
                      <a:off x="1392742" y="3955913"/>
                      <a:ext cx="1070509" cy="1560643"/>
                      <a:chOff x="1394599" y="3946010"/>
                      <a:chExt cx="1070509" cy="1560643"/>
                    </a:xfrm>
                  </p:grpSpPr>
                  <p:grpSp>
                    <p:nvGrpSpPr>
                      <p:cNvPr id="35" name="Group 34">
                        <a:extLst>
                          <a:ext uri="{FF2B5EF4-FFF2-40B4-BE49-F238E27FC236}">
                            <a16:creationId xmlns:a16="http://schemas.microsoft.com/office/drawing/2014/main" id="{334D2777-8C25-0EA3-94C5-D5CEA4B81005}"/>
                          </a:ext>
                        </a:extLst>
                      </p:cNvPr>
                      <p:cNvGrpSpPr/>
                      <p:nvPr/>
                    </p:nvGrpSpPr>
                    <p:grpSpPr>
                      <a:xfrm>
                        <a:off x="1394599" y="3946010"/>
                        <a:ext cx="1066800" cy="1283644"/>
                        <a:chOff x="1548714" y="3943264"/>
                        <a:chExt cx="1066800" cy="1283644"/>
                      </a:xfrm>
                      <a:effectLst>
                        <a:glow rad="101600">
                          <a:schemeClr val="accent6">
                            <a:satMod val="175000"/>
                            <a:alpha val="40000"/>
                          </a:schemeClr>
                        </a:glow>
                      </a:effectLst>
                    </p:grpSpPr>
                    <p:sp>
                      <p:nvSpPr>
                        <p:cNvPr id="37" name="Rectangle 36">
                          <a:extLst>
                            <a:ext uri="{FF2B5EF4-FFF2-40B4-BE49-F238E27FC236}">
                              <a16:creationId xmlns:a16="http://schemas.microsoft.com/office/drawing/2014/main" id="{D96B013E-E8CA-AF96-4B91-BABB22AC7A4C}"/>
                            </a:ext>
                          </a:extLst>
                        </p:cNvPr>
                        <p:cNvSpPr/>
                        <p:nvPr/>
                      </p:nvSpPr>
                      <p:spPr>
                        <a:xfrm>
                          <a:off x="1548714" y="39432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38" name="Rectangle 37">
                          <a:extLst>
                            <a:ext uri="{FF2B5EF4-FFF2-40B4-BE49-F238E27FC236}">
                              <a16:creationId xmlns:a16="http://schemas.microsoft.com/office/drawing/2014/main" id="{15564606-7C5F-BA91-4321-89ED42C03669}"/>
                            </a:ext>
                          </a:extLst>
                        </p:cNvPr>
                        <p:cNvSpPr/>
                        <p:nvPr/>
                      </p:nvSpPr>
                      <p:spPr>
                        <a:xfrm>
                          <a:off x="1701114" y="40956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39" name="Rectangle 38">
                          <a:extLst>
                            <a:ext uri="{FF2B5EF4-FFF2-40B4-BE49-F238E27FC236}">
                              <a16:creationId xmlns:a16="http://schemas.microsoft.com/office/drawing/2014/main" id="{4C84139F-1B2E-CE94-2BA6-EE9637A557AF}"/>
                            </a:ext>
                          </a:extLst>
                        </p:cNvPr>
                        <p:cNvSpPr/>
                        <p:nvPr/>
                      </p:nvSpPr>
                      <p:spPr>
                        <a:xfrm>
                          <a:off x="1853514" y="42480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40" name="Rectangle 39">
                          <a:extLst>
                            <a:ext uri="{FF2B5EF4-FFF2-40B4-BE49-F238E27FC236}">
                              <a16:creationId xmlns:a16="http://schemas.microsoft.com/office/drawing/2014/main" id="{58269761-3AFC-8940-7D69-B5265EA15A32}"/>
                            </a:ext>
                          </a:extLst>
                        </p:cNvPr>
                        <p:cNvSpPr/>
                        <p:nvPr/>
                      </p:nvSpPr>
                      <p:spPr>
                        <a:xfrm>
                          <a:off x="2005914" y="44004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grpSp>
                  <p:sp>
                    <p:nvSpPr>
                      <p:cNvPr id="36" name="TextBox 35">
                        <a:extLst>
                          <a:ext uri="{FF2B5EF4-FFF2-40B4-BE49-F238E27FC236}">
                            <a16:creationId xmlns:a16="http://schemas.microsoft.com/office/drawing/2014/main" id="{9D0660DF-80A5-CCDC-A7E8-1310D66E09E8}"/>
                          </a:ext>
                        </a:extLst>
                      </p:cNvPr>
                      <p:cNvSpPr txBox="1"/>
                      <p:nvPr/>
                    </p:nvSpPr>
                    <p:spPr>
                      <a:xfrm>
                        <a:off x="1445277" y="5229654"/>
                        <a:ext cx="1019831" cy="276999"/>
                      </a:xfrm>
                      <a:prstGeom prst="rect">
                        <a:avLst/>
                      </a:prstGeom>
                      <a:noFill/>
                    </p:spPr>
                    <p:txBody>
                      <a:bodyPr wrap="none" rtlCol="0">
                        <a:spAutoFit/>
                      </a:bodyPr>
                      <a:lstStyle/>
                      <a:p>
                        <a:r>
                          <a:rPr lang="en-US" sz="1200" dirty="0">
                            <a:solidFill>
                              <a:srgbClr val="0C3D60"/>
                            </a:solidFill>
                          </a:rPr>
                          <a:t>components</a:t>
                        </a:r>
                      </a:p>
                    </p:txBody>
                  </p:sp>
                </p:grpSp>
              </p:grpSp>
              <p:cxnSp>
                <p:nvCxnSpPr>
                  <p:cNvPr id="32" name="Straight Arrow Connector 31">
                    <a:extLst>
                      <a:ext uri="{FF2B5EF4-FFF2-40B4-BE49-F238E27FC236}">
                        <a16:creationId xmlns:a16="http://schemas.microsoft.com/office/drawing/2014/main" id="{E67D8E8C-1C7A-AA14-B2E9-28F8B7FF528F}"/>
                      </a:ext>
                    </a:extLst>
                  </p:cNvPr>
                  <p:cNvCxnSpPr/>
                  <p:nvPr/>
                </p:nvCxnSpPr>
                <p:spPr>
                  <a:xfrm flipH="1">
                    <a:off x="1927997" y="3429000"/>
                    <a:ext cx="1" cy="47989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grpSp>
            <p:grpSp>
              <p:nvGrpSpPr>
                <p:cNvPr id="20" name="Group 19">
                  <a:extLst>
                    <a:ext uri="{FF2B5EF4-FFF2-40B4-BE49-F238E27FC236}">
                      <a16:creationId xmlns:a16="http://schemas.microsoft.com/office/drawing/2014/main" id="{D9336B17-8B77-42DA-B60D-579530E78C73}"/>
                    </a:ext>
                  </a:extLst>
                </p:cNvPr>
                <p:cNvGrpSpPr/>
                <p:nvPr/>
              </p:nvGrpSpPr>
              <p:grpSpPr>
                <a:xfrm>
                  <a:off x="7584332" y="3427244"/>
                  <a:ext cx="1177047" cy="2193587"/>
                  <a:chOff x="1324650" y="3429000"/>
                  <a:chExt cx="1177047" cy="2193587"/>
                </a:xfrm>
              </p:grpSpPr>
              <p:grpSp>
                <p:nvGrpSpPr>
                  <p:cNvPr id="21" name="Group 20">
                    <a:extLst>
                      <a:ext uri="{FF2B5EF4-FFF2-40B4-BE49-F238E27FC236}">
                        <a16:creationId xmlns:a16="http://schemas.microsoft.com/office/drawing/2014/main" id="{BA1B9D4F-0996-0AE2-DA9D-1FA464CA862D}"/>
                      </a:ext>
                    </a:extLst>
                  </p:cNvPr>
                  <p:cNvGrpSpPr/>
                  <p:nvPr/>
                </p:nvGrpSpPr>
                <p:grpSpPr>
                  <a:xfrm>
                    <a:off x="1324650" y="3908897"/>
                    <a:ext cx="1177047" cy="1713690"/>
                    <a:chOff x="1353830" y="3817090"/>
                    <a:chExt cx="1177047" cy="1713690"/>
                  </a:xfrm>
                </p:grpSpPr>
                <p:sp>
                  <p:nvSpPr>
                    <p:cNvPr id="23" name="Rectangle 22">
                      <a:extLst>
                        <a:ext uri="{FF2B5EF4-FFF2-40B4-BE49-F238E27FC236}">
                          <a16:creationId xmlns:a16="http://schemas.microsoft.com/office/drawing/2014/main" id="{4B1D5939-6897-0FE7-D4A6-0E79B0A5F6A2}"/>
                        </a:ext>
                      </a:extLst>
                    </p:cNvPr>
                    <p:cNvSpPr/>
                    <p:nvPr/>
                  </p:nvSpPr>
                  <p:spPr>
                    <a:xfrm>
                      <a:off x="1353830" y="3817090"/>
                      <a:ext cx="1177047" cy="1713690"/>
                    </a:xfrm>
                    <a:prstGeom prst="rect">
                      <a:avLst/>
                    </a:prstGeom>
                    <a:ln w="19050">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kumimoji="1" lang="en-US" dirty="0">
                        <a:effectLst>
                          <a:outerShdw blurRad="38100" dist="38100" dir="2700000" algn="tl">
                            <a:srgbClr val="000000">
                              <a:alpha val="43137"/>
                            </a:srgbClr>
                          </a:outerShdw>
                        </a:effectLst>
                      </a:endParaRPr>
                    </a:p>
                  </p:txBody>
                </p:sp>
                <p:grpSp>
                  <p:nvGrpSpPr>
                    <p:cNvPr id="24" name="Group 23">
                      <a:extLst>
                        <a:ext uri="{FF2B5EF4-FFF2-40B4-BE49-F238E27FC236}">
                          <a16:creationId xmlns:a16="http://schemas.microsoft.com/office/drawing/2014/main" id="{10DDE187-AFF6-976C-33B3-48239B184CEA}"/>
                        </a:ext>
                      </a:extLst>
                    </p:cNvPr>
                    <p:cNvGrpSpPr/>
                    <p:nvPr/>
                  </p:nvGrpSpPr>
                  <p:grpSpPr>
                    <a:xfrm>
                      <a:off x="1392742" y="3955913"/>
                      <a:ext cx="1070509" cy="1560643"/>
                      <a:chOff x="1394599" y="3946010"/>
                      <a:chExt cx="1070509" cy="1560643"/>
                    </a:xfrm>
                  </p:grpSpPr>
                  <p:grpSp>
                    <p:nvGrpSpPr>
                      <p:cNvPr id="25" name="Group 24">
                        <a:extLst>
                          <a:ext uri="{FF2B5EF4-FFF2-40B4-BE49-F238E27FC236}">
                            <a16:creationId xmlns:a16="http://schemas.microsoft.com/office/drawing/2014/main" id="{D0BE18F3-EA55-F690-E206-F2176EFAD2DF}"/>
                          </a:ext>
                        </a:extLst>
                      </p:cNvPr>
                      <p:cNvGrpSpPr/>
                      <p:nvPr/>
                    </p:nvGrpSpPr>
                    <p:grpSpPr>
                      <a:xfrm>
                        <a:off x="1394599" y="3946010"/>
                        <a:ext cx="1066800" cy="1283644"/>
                        <a:chOff x="1548714" y="3943264"/>
                        <a:chExt cx="1066800" cy="1283644"/>
                      </a:xfrm>
                      <a:effectLst>
                        <a:glow rad="101600">
                          <a:schemeClr val="accent6">
                            <a:satMod val="175000"/>
                            <a:alpha val="40000"/>
                          </a:schemeClr>
                        </a:glow>
                      </a:effectLst>
                    </p:grpSpPr>
                    <p:sp>
                      <p:nvSpPr>
                        <p:cNvPr id="27" name="Rectangle 26">
                          <a:extLst>
                            <a:ext uri="{FF2B5EF4-FFF2-40B4-BE49-F238E27FC236}">
                              <a16:creationId xmlns:a16="http://schemas.microsoft.com/office/drawing/2014/main" id="{486F22EE-DA9B-8B73-B1CD-53C407678F45}"/>
                            </a:ext>
                          </a:extLst>
                        </p:cNvPr>
                        <p:cNvSpPr/>
                        <p:nvPr/>
                      </p:nvSpPr>
                      <p:spPr>
                        <a:xfrm>
                          <a:off x="1548714" y="39432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28" name="Rectangle 27">
                          <a:extLst>
                            <a:ext uri="{FF2B5EF4-FFF2-40B4-BE49-F238E27FC236}">
                              <a16:creationId xmlns:a16="http://schemas.microsoft.com/office/drawing/2014/main" id="{71DD11C7-FC69-F992-29A5-C84C13561D69}"/>
                            </a:ext>
                          </a:extLst>
                        </p:cNvPr>
                        <p:cNvSpPr/>
                        <p:nvPr/>
                      </p:nvSpPr>
                      <p:spPr>
                        <a:xfrm>
                          <a:off x="1701114" y="40956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29" name="Rectangle 28">
                          <a:extLst>
                            <a:ext uri="{FF2B5EF4-FFF2-40B4-BE49-F238E27FC236}">
                              <a16:creationId xmlns:a16="http://schemas.microsoft.com/office/drawing/2014/main" id="{65E4C7CE-C6BF-E5F8-0707-624F5AC2C55A}"/>
                            </a:ext>
                          </a:extLst>
                        </p:cNvPr>
                        <p:cNvSpPr/>
                        <p:nvPr/>
                      </p:nvSpPr>
                      <p:spPr>
                        <a:xfrm>
                          <a:off x="1853514" y="42480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30" name="Rectangle 29">
                          <a:extLst>
                            <a:ext uri="{FF2B5EF4-FFF2-40B4-BE49-F238E27FC236}">
                              <a16:creationId xmlns:a16="http://schemas.microsoft.com/office/drawing/2014/main" id="{C8E0A6F9-2B4B-EB5A-5D9C-F430BF6D6073}"/>
                            </a:ext>
                          </a:extLst>
                        </p:cNvPr>
                        <p:cNvSpPr/>
                        <p:nvPr/>
                      </p:nvSpPr>
                      <p:spPr>
                        <a:xfrm>
                          <a:off x="2005914" y="44004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grpSp>
                  <p:sp>
                    <p:nvSpPr>
                      <p:cNvPr id="26" name="TextBox 25">
                        <a:extLst>
                          <a:ext uri="{FF2B5EF4-FFF2-40B4-BE49-F238E27FC236}">
                            <a16:creationId xmlns:a16="http://schemas.microsoft.com/office/drawing/2014/main" id="{FF794785-AFA6-A555-32FD-C5888A313F67}"/>
                          </a:ext>
                        </a:extLst>
                      </p:cNvPr>
                      <p:cNvSpPr txBox="1"/>
                      <p:nvPr/>
                    </p:nvSpPr>
                    <p:spPr>
                      <a:xfrm>
                        <a:off x="1445277" y="5229654"/>
                        <a:ext cx="1019831" cy="276999"/>
                      </a:xfrm>
                      <a:prstGeom prst="rect">
                        <a:avLst/>
                      </a:prstGeom>
                      <a:noFill/>
                    </p:spPr>
                    <p:txBody>
                      <a:bodyPr wrap="none" rtlCol="0">
                        <a:spAutoFit/>
                      </a:bodyPr>
                      <a:lstStyle/>
                      <a:p>
                        <a:r>
                          <a:rPr lang="en-US" sz="1200" dirty="0">
                            <a:solidFill>
                              <a:srgbClr val="0C3D60"/>
                            </a:solidFill>
                          </a:rPr>
                          <a:t>components</a:t>
                        </a:r>
                      </a:p>
                    </p:txBody>
                  </p:sp>
                </p:grpSp>
              </p:grpSp>
              <p:cxnSp>
                <p:nvCxnSpPr>
                  <p:cNvPr id="22" name="Straight Arrow Connector 21">
                    <a:extLst>
                      <a:ext uri="{FF2B5EF4-FFF2-40B4-BE49-F238E27FC236}">
                        <a16:creationId xmlns:a16="http://schemas.microsoft.com/office/drawing/2014/main" id="{A368D6D4-5D79-A05F-F6A5-F21DF03E9844}"/>
                      </a:ext>
                    </a:extLst>
                  </p:cNvPr>
                  <p:cNvCxnSpPr/>
                  <p:nvPr/>
                </p:nvCxnSpPr>
                <p:spPr>
                  <a:xfrm flipH="1">
                    <a:off x="1927997" y="3429000"/>
                    <a:ext cx="1" cy="47989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grpSp>
          </p:grpSp>
          <p:sp>
            <p:nvSpPr>
              <p:cNvPr id="13" name="Oval 12">
                <a:extLst>
                  <a:ext uri="{FF2B5EF4-FFF2-40B4-BE49-F238E27FC236}">
                    <a16:creationId xmlns:a16="http://schemas.microsoft.com/office/drawing/2014/main" id="{CAD1163B-B77A-5EBD-5A4F-A98D001CD2B1}"/>
                  </a:ext>
                </a:extLst>
              </p:cNvPr>
              <p:cNvSpPr/>
              <p:nvPr/>
            </p:nvSpPr>
            <p:spPr>
              <a:xfrm>
                <a:off x="9313812" y="3227177"/>
                <a:ext cx="49427" cy="4571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endParaRPr>
              </a:p>
            </p:txBody>
          </p:sp>
          <p:sp>
            <p:nvSpPr>
              <p:cNvPr id="14" name="Oval 13">
                <a:extLst>
                  <a:ext uri="{FF2B5EF4-FFF2-40B4-BE49-F238E27FC236}">
                    <a16:creationId xmlns:a16="http://schemas.microsoft.com/office/drawing/2014/main" id="{0FB81937-CC3E-5585-F0D1-0F8C19EB324C}"/>
                  </a:ext>
                </a:extLst>
              </p:cNvPr>
              <p:cNvSpPr/>
              <p:nvPr/>
            </p:nvSpPr>
            <p:spPr>
              <a:xfrm>
                <a:off x="9582290" y="3227177"/>
                <a:ext cx="49427" cy="4571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endParaRPr>
              </a:p>
            </p:txBody>
          </p:sp>
          <p:sp>
            <p:nvSpPr>
              <p:cNvPr id="15" name="Oval 14">
                <a:extLst>
                  <a:ext uri="{FF2B5EF4-FFF2-40B4-BE49-F238E27FC236}">
                    <a16:creationId xmlns:a16="http://schemas.microsoft.com/office/drawing/2014/main" id="{72E9A1E1-4960-B89F-04C2-B97723D0AF1D}"/>
                  </a:ext>
                </a:extLst>
              </p:cNvPr>
              <p:cNvSpPr/>
              <p:nvPr/>
            </p:nvSpPr>
            <p:spPr>
              <a:xfrm>
                <a:off x="9826054" y="3228205"/>
                <a:ext cx="49427" cy="4571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endParaRPr>
              </a:p>
            </p:txBody>
          </p:sp>
        </p:grpSp>
        <p:grpSp>
          <p:nvGrpSpPr>
            <p:cNvPr id="8" name="Group 7">
              <a:extLst>
                <a:ext uri="{FF2B5EF4-FFF2-40B4-BE49-F238E27FC236}">
                  <a16:creationId xmlns:a16="http://schemas.microsoft.com/office/drawing/2014/main" id="{8206AD27-9575-DF75-EF5E-CD14D6EAEE61}"/>
                </a:ext>
              </a:extLst>
            </p:cNvPr>
            <p:cNvGrpSpPr/>
            <p:nvPr/>
          </p:nvGrpSpPr>
          <p:grpSpPr>
            <a:xfrm>
              <a:off x="9315496" y="4611586"/>
              <a:ext cx="561669" cy="46747"/>
              <a:chOff x="9466212" y="3379577"/>
              <a:chExt cx="561669" cy="46747"/>
            </a:xfrm>
          </p:grpSpPr>
          <p:sp>
            <p:nvSpPr>
              <p:cNvPr id="9" name="Oval 8">
                <a:extLst>
                  <a:ext uri="{FF2B5EF4-FFF2-40B4-BE49-F238E27FC236}">
                    <a16:creationId xmlns:a16="http://schemas.microsoft.com/office/drawing/2014/main" id="{2631F874-C363-71A7-6ADE-6D822C537488}"/>
                  </a:ext>
                </a:extLst>
              </p:cNvPr>
              <p:cNvSpPr/>
              <p:nvPr/>
            </p:nvSpPr>
            <p:spPr>
              <a:xfrm>
                <a:off x="9466212" y="3379577"/>
                <a:ext cx="49427" cy="4571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endParaRPr>
              </a:p>
            </p:txBody>
          </p:sp>
          <p:sp>
            <p:nvSpPr>
              <p:cNvPr id="10" name="Oval 9">
                <a:extLst>
                  <a:ext uri="{FF2B5EF4-FFF2-40B4-BE49-F238E27FC236}">
                    <a16:creationId xmlns:a16="http://schemas.microsoft.com/office/drawing/2014/main" id="{53D2CDD4-8FCE-315E-7FEF-5E484E6FF85A}"/>
                  </a:ext>
                </a:extLst>
              </p:cNvPr>
              <p:cNvSpPr/>
              <p:nvPr/>
            </p:nvSpPr>
            <p:spPr>
              <a:xfrm>
                <a:off x="9734690" y="3379577"/>
                <a:ext cx="49427" cy="4571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endParaRPr>
              </a:p>
            </p:txBody>
          </p:sp>
          <p:sp>
            <p:nvSpPr>
              <p:cNvPr id="11" name="Oval 10">
                <a:extLst>
                  <a:ext uri="{FF2B5EF4-FFF2-40B4-BE49-F238E27FC236}">
                    <a16:creationId xmlns:a16="http://schemas.microsoft.com/office/drawing/2014/main" id="{8064570E-A1EB-F63C-816C-7484567ADAEA}"/>
                  </a:ext>
                </a:extLst>
              </p:cNvPr>
              <p:cNvSpPr/>
              <p:nvPr/>
            </p:nvSpPr>
            <p:spPr>
              <a:xfrm>
                <a:off x="9978454" y="3380605"/>
                <a:ext cx="49427" cy="4571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endParaRPr>
              </a:p>
            </p:txBody>
          </p:sp>
        </p:grpSp>
      </p:grpSp>
    </p:spTree>
    <p:extLst>
      <p:ext uri="{BB962C8B-B14F-4D97-AF65-F5344CB8AC3E}">
        <p14:creationId xmlns:p14="http://schemas.microsoft.com/office/powerpoint/2010/main" val="774404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46B07-47C7-44FF-01B4-2D2D227906D8}"/>
              </a:ext>
            </a:extLst>
          </p:cNvPr>
          <p:cNvSpPr>
            <a:spLocks noGrp="1"/>
          </p:cNvSpPr>
          <p:nvPr>
            <p:ph type="title"/>
          </p:nvPr>
        </p:nvSpPr>
        <p:spPr/>
        <p:txBody>
          <a:bodyPr/>
          <a:lstStyle/>
          <a:p>
            <a:r>
              <a:rPr lang="en-US" sz="2400" dirty="0">
                <a:latin typeface="Times New Roman" panose="02020603050405020304" pitchFamily="18" charset="0"/>
                <a:cs typeface="Times New Roman" panose="02020603050405020304" pitchFamily="18" charset="0"/>
              </a:rPr>
              <a:t> EcuAppM - Group Container State Transitions</a:t>
            </a:r>
          </a:p>
        </p:txBody>
      </p:sp>
      <p:sp>
        <p:nvSpPr>
          <p:cNvPr id="3" name="Slide Number Placeholder 2">
            <a:extLst>
              <a:ext uri="{FF2B5EF4-FFF2-40B4-BE49-F238E27FC236}">
                <a16:creationId xmlns:a16="http://schemas.microsoft.com/office/drawing/2014/main" id="{0455E7A8-20FC-7FD7-7E74-9BFB15AA5828}"/>
              </a:ext>
            </a:extLst>
          </p:cNvPr>
          <p:cNvSpPr>
            <a:spLocks noGrp="1"/>
          </p:cNvSpPr>
          <p:nvPr>
            <p:ph type="sldNum" sz="quarter" idx="11"/>
          </p:nvPr>
        </p:nvSpPr>
        <p:spPr/>
        <p:txBody>
          <a:bodyPr/>
          <a:lstStyle/>
          <a:p>
            <a:pPr>
              <a:defRPr/>
            </a:pPr>
            <a:fld id="{976FD3BF-6627-4C73-B326-16A2F7B5A470}" type="slidenum">
              <a:rPr lang="en-US" smtClean="0"/>
              <a:pPr>
                <a:defRPr/>
              </a:pPr>
              <a:t>8</a:t>
            </a:fld>
            <a:endParaRPr lang="en-US" dirty="0"/>
          </a:p>
        </p:txBody>
      </p:sp>
      <p:sp>
        <p:nvSpPr>
          <p:cNvPr id="5" name="Rectangle 4">
            <a:extLst>
              <a:ext uri="{FF2B5EF4-FFF2-40B4-BE49-F238E27FC236}">
                <a16:creationId xmlns:a16="http://schemas.microsoft.com/office/drawing/2014/main" id="{11E77259-EA3A-AEC8-F4FF-C7B5169C59F9}"/>
              </a:ext>
            </a:extLst>
          </p:cNvPr>
          <p:cNvSpPr/>
          <p:nvPr/>
        </p:nvSpPr>
        <p:spPr>
          <a:xfrm>
            <a:off x="419035" y="696336"/>
            <a:ext cx="10250964" cy="646331"/>
          </a:xfrm>
          <a:prstGeom prst="rect">
            <a:avLst/>
          </a:prstGeom>
        </p:spPr>
        <p:txBody>
          <a:bodyPr wrap="square">
            <a:spAutoFit/>
          </a:bodyPr>
          <a:lstStyle/>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Each Group Container will follow below Group life cycle state transitions. A Group will transition to new state after all the components under the group transitioned to the commanded state.</a:t>
            </a:r>
            <a:endParaRPr lang="en-US" sz="1600" dirty="0">
              <a:solidFill>
                <a:srgbClr val="000000"/>
              </a:solidFill>
              <a:latin typeface="Times New Roman" panose="02020603050405020304" pitchFamily="18" charset="0"/>
              <a:cs typeface="Times New Roman" panose="02020603050405020304" pitchFamily="18" charset="0"/>
            </a:endParaRPr>
          </a:p>
        </p:txBody>
      </p:sp>
      <p:sp>
        <p:nvSpPr>
          <p:cNvPr id="73" name="Rectangle 72">
            <a:extLst>
              <a:ext uri="{FF2B5EF4-FFF2-40B4-BE49-F238E27FC236}">
                <a16:creationId xmlns:a16="http://schemas.microsoft.com/office/drawing/2014/main" id="{72736846-A421-CBA0-C57B-070E38DB9110}"/>
              </a:ext>
            </a:extLst>
          </p:cNvPr>
          <p:cNvSpPr/>
          <p:nvPr/>
        </p:nvSpPr>
        <p:spPr>
          <a:xfrm>
            <a:off x="2964047" y="1866016"/>
            <a:ext cx="2580469" cy="462322"/>
          </a:xfrm>
          <a:prstGeom prst="rect">
            <a:avLst/>
          </a:prstGeom>
          <a:solidFill>
            <a:schemeClr val="accent2">
              <a:lumMod val="20000"/>
              <a:lumOff val="80000"/>
            </a:schemeClr>
          </a:solidFill>
          <a:effectLst>
            <a:outerShdw blurRad="50800" dist="38100" dir="2700000" algn="tl"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b="0" i="0" u="none" strike="noStrike" baseline="0" dirty="0">
                <a:solidFill>
                  <a:schemeClr val="tx2"/>
                </a:solidFill>
                <a:latin typeface="Times New Roman" panose="02020603050405020304" pitchFamily="18" charset="0"/>
                <a:cs typeface="Times New Roman" panose="02020603050405020304" pitchFamily="18" charset="0"/>
              </a:rPr>
              <a:t>eGroup_StateInactive</a:t>
            </a:r>
            <a:endParaRPr lang="en-US" sz="1600" dirty="0">
              <a:solidFill>
                <a:schemeClr val="tx2"/>
              </a:solidFill>
              <a:latin typeface="Times New Roman" panose="02020603050405020304" pitchFamily="18" charset="0"/>
              <a:cs typeface="Times New Roman" panose="02020603050405020304" pitchFamily="18" charset="0"/>
            </a:endParaRPr>
          </a:p>
        </p:txBody>
      </p:sp>
      <p:sp>
        <p:nvSpPr>
          <p:cNvPr id="74" name="Rectangle 73">
            <a:extLst>
              <a:ext uri="{FF2B5EF4-FFF2-40B4-BE49-F238E27FC236}">
                <a16:creationId xmlns:a16="http://schemas.microsoft.com/office/drawing/2014/main" id="{ACB17A79-D2DD-6ACA-E42E-597421692B2D}"/>
              </a:ext>
            </a:extLst>
          </p:cNvPr>
          <p:cNvSpPr/>
          <p:nvPr/>
        </p:nvSpPr>
        <p:spPr>
          <a:xfrm>
            <a:off x="2964048" y="2678097"/>
            <a:ext cx="2580469" cy="462322"/>
          </a:xfrm>
          <a:prstGeom prst="rect">
            <a:avLst/>
          </a:prstGeom>
          <a:solidFill>
            <a:schemeClr val="accent2">
              <a:lumMod val="20000"/>
              <a:lumOff val="80000"/>
            </a:schemeClr>
          </a:solidFill>
          <a:effectLst>
            <a:outerShdw blurRad="50800" dist="38100" dir="2700000" algn="tl"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solidFill>
                  <a:schemeClr val="tx2"/>
                </a:solidFill>
                <a:latin typeface="Times New Roman" panose="02020603050405020304" pitchFamily="18" charset="0"/>
                <a:cs typeface="Times New Roman" panose="02020603050405020304" pitchFamily="18" charset="0"/>
              </a:rPr>
              <a:t>eGroup_StateInit</a:t>
            </a:r>
          </a:p>
        </p:txBody>
      </p:sp>
      <p:sp>
        <p:nvSpPr>
          <p:cNvPr id="77" name="Rectangle 76">
            <a:extLst>
              <a:ext uri="{FF2B5EF4-FFF2-40B4-BE49-F238E27FC236}">
                <a16:creationId xmlns:a16="http://schemas.microsoft.com/office/drawing/2014/main" id="{51BF4C19-C4B4-B14F-7D8B-E2448C169633}"/>
              </a:ext>
            </a:extLst>
          </p:cNvPr>
          <p:cNvSpPr/>
          <p:nvPr/>
        </p:nvSpPr>
        <p:spPr>
          <a:xfrm>
            <a:off x="2964048" y="3483564"/>
            <a:ext cx="2580469" cy="462322"/>
          </a:xfrm>
          <a:prstGeom prst="rect">
            <a:avLst/>
          </a:prstGeom>
          <a:solidFill>
            <a:schemeClr val="accent2">
              <a:lumMod val="20000"/>
              <a:lumOff val="80000"/>
            </a:schemeClr>
          </a:solidFill>
          <a:effectLst>
            <a:outerShdw blurRad="50800" dist="38100" dir="2700000" algn="tl"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dirty="0">
                <a:solidFill>
                  <a:schemeClr val="tx2"/>
                </a:solidFill>
                <a:latin typeface="Times New Roman" panose="02020603050405020304" pitchFamily="18" charset="0"/>
                <a:cs typeface="Times New Roman" panose="02020603050405020304" pitchFamily="18" charset="0"/>
              </a:rPr>
              <a:t>eGroup_StateActivation</a:t>
            </a:r>
          </a:p>
        </p:txBody>
      </p:sp>
      <p:sp>
        <p:nvSpPr>
          <p:cNvPr id="78" name="Rectangle 77">
            <a:extLst>
              <a:ext uri="{FF2B5EF4-FFF2-40B4-BE49-F238E27FC236}">
                <a16:creationId xmlns:a16="http://schemas.microsoft.com/office/drawing/2014/main" id="{AF262755-1D14-EF52-43EA-C5768DAB9D66}"/>
              </a:ext>
            </a:extLst>
          </p:cNvPr>
          <p:cNvSpPr/>
          <p:nvPr/>
        </p:nvSpPr>
        <p:spPr>
          <a:xfrm>
            <a:off x="2949926" y="4287441"/>
            <a:ext cx="2580469" cy="462322"/>
          </a:xfrm>
          <a:prstGeom prst="rect">
            <a:avLst/>
          </a:prstGeom>
          <a:solidFill>
            <a:schemeClr val="accent2">
              <a:lumMod val="20000"/>
              <a:lumOff val="80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b="0" i="0" u="none" strike="noStrike" baseline="0" dirty="0">
                <a:solidFill>
                  <a:schemeClr val="tx2"/>
                </a:solidFill>
                <a:latin typeface="Consolas Courier"/>
              </a:rPr>
              <a:t>eGroup_StateActive</a:t>
            </a:r>
            <a:endParaRPr lang="en-US" sz="1600" dirty="0">
              <a:solidFill>
                <a:schemeClr val="tx2"/>
              </a:solidFill>
              <a:latin typeface="Times New Roman" panose="02020603050405020304" pitchFamily="18" charset="0"/>
              <a:cs typeface="Times New Roman" panose="02020603050405020304" pitchFamily="18" charset="0"/>
            </a:endParaRPr>
          </a:p>
        </p:txBody>
      </p:sp>
      <p:sp>
        <p:nvSpPr>
          <p:cNvPr id="79" name="Rectangle 78">
            <a:extLst>
              <a:ext uri="{FF2B5EF4-FFF2-40B4-BE49-F238E27FC236}">
                <a16:creationId xmlns:a16="http://schemas.microsoft.com/office/drawing/2014/main" id="{FED2EF81-5150-283F-37E9-BBA9B6070839}"/>
              </a:ext>
            </a:extLst>
          </p:cNvPr>
          <p:cNvSpPr/>
          <p:nvPr/>
        </p:nvSpPr>
        <p:spPr>
          <a:xfrm>
            <a:off x="2929178" y="5082174"/>
            <a:ext cx="2580469" cy="462322"/>
          </a:xfrm>
          <a:prstGeom prst="rect">
            <a:avLst/>
          </a:prstGeom>
          <a:solidFill>
            <a:schemeClr val="accent2">
              <a:lumMod val="20000"/>
              <a:lumOff val="80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b="0" i="0" u="none" strike="noStrike" baseline="0" dirty="0">
                <a:solidFill>
                  <a:schemeClr val="tx2"/>
                </a:solidFill>
                <a:latin typeface="Consolas Courier"/>
              </a:rPr>
              <a:t>eGroup_StateDeactivation</a:t>
            </a:r>
            <a:endParaRPr lang="en-US" sz="1600" dirty="0">
              <a:solidFill>
                <a:schemeClr val="tx2"/>
              </a:solidFill>
              <a:latin typeface="Times New Roman" panose="02020603050405020304" pitchFamily="18" charset="0"/>
              <a:cs typeface="Times New Roman" panose="02020603050405020304" pitchFamily="18" charset="0"/>
            </a:endParaRPr>
          </a:p>
        </p:txBody>
      </p:sp>
      <p:cxnSp>
        <p:nvCxnSpPr>
          <p:cNvPr id="81" name="Straight Arrow Connector 80">
            <a:extLst>
              <a:ext uri="{FF2B5EF4-FFF2-40B4-BE49-F238E27FC236}">
                <a16:creationId xmlns:a16="http://schemas.microsoft.com/office/drawing/2014/main" id="{01550509-B2F2-6E05-12E5-D3AB02C9F2F8}"/>
              </a:ext>
            </a:extLst>
          </p:cNvPr>
          <p:cNvCxnSpPr>
            <a:stCxn id="73" idx="2"/>
            <a:endCxn id="74" idx="0"/>
          </p:cNvCxnSpPr>
          <p:nvPr/>
        </p:nvCxnSpPr>
        <p:spPr>
          <a:xfrm>
            <a:off x="4254282" y="2328338"/>
            <a:ext cx="1" cy="349759"/>
          </a:xfrm>
          <a:prstGeom prst="straightConnector1">
            <a:avLst/>
          </a:prstGeom>
          <a:ln w="19050">
            <a:solidFill>
              <a:schemeClr val="accent2">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A4B98598-16A4-8B5C-ED4F-E958F46EBDB8}"/>
              </a:ext>
            </a:extLst>
          </p:cNvPr>
          <p:cNvCxnSpPr>
            <a:cxnSpLocks/>
            <a:stCxn id="74" idx="2"/>
            <a:endCxn id="77" idx="0"/>
          </p:cNvCxnSpPr>
          <p:nvPr/>
        </p:nvCxnSpPr>
        <p:spPr>
          <a:xfrm>
            <a:off x="4254283" y="3140419"/>
            <a:ext cx="0" cy="343145"/>
          </a:xfrm>
          <a:prstGeom prst="straightConnector1">
            <a:avLst/>
          </a:prstGeom>
          <a:ln w="19050">
            <a:solidFill>
              <a:schemeClr val="accent2">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B9A3B299-F1C3-95BA-4E83-72EECC6C4A02}"/>
              </a:ext>
            </a:extLst>
          </p:cNvPr>
          <p:cNvCxnSpPr>
            <a:cxnSpLocks/>
          </p:cNvCxnSpPr>
          <p:nvPr/>
        </p:nvCxnSpPr>
        <p:spPr>
          <a:xfrm>
            <a:off x="4254281" y="3945886"/>
            <a:ext cx="0" cy="343145"/>
          </a:xfrm>
          <a:prstGeom prst="straightConnector1">
            <a:avLst/>
          </a:prstGeom>
          <a:ln w="19050">
            <a:solidFill>
              <a:schemeClr val="accent2">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748ED086-19F3-96DE-27AB-9D41C22BD508}"/>
              </a:ext>
            </a:extLst>
          </p:cNvPr>
          <p:cNvCxnSpPr>
            <a:cxnSpLocks/>
          </p:cNvCxnSpPr>
          <p:nvPr/>
        </p:nvCxnSpPr>
        <p:spPr>
          <a:xfrm>
            <a:off x="4244410" y="4749763"/>
            <a:ext cx="0" cy="343145"/>
          </a:xfrm>
          <a:prstGeom prst="straightConnector1">
            <a:avLst/>
          </a:prstGeom>
          <a:ln w="19050">
            <a:solidFill>
              <a:schemeClr val="accent2">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0" name="Connector: Elbow 89">
            <a:extLst>
              <a:ext uri="{FF2B5EF4-FFF2-40B4-BE49-F238E27FC236}">
                <a16:creationId xmlns:a16="http://schemas.microsoft.com/office/drawing/2014/main" id="{7EEE4446-490E-F591-B885-06DCD13B6DB5}"/>
              </a:ext>
            </a:extLst>
          </p:cNvPr>
          <p:cNvCxnSpPr>
            <a:stCxn id="79" idx="1"/>
            <a:endCxn id="73" idx="1"/>
          </p:cNvCxnSpPr>
          <p:nvPr/>
        </p:nvCxnSpPr>
        <p:spPr>
          <a:xfrm rot="10800000" flipH="1">
            <a:off x="2929177" y="2097177"/>
            <a:ext cx="34869" cy="3216158"/>
          </a:xfrm>
          <a:prstGeom prst="bentConnector3">
            <a:avLst>
              <a:gd name="adj1" fmla="val -2674834"/>
            </a:avLst>
          </a:prstGeom>
          <a:ln w="19050">
            <a:solidFill>
              <a:schemeClr val="accent2">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9259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46B07-47C7-44FF-01B4-2D2D227906D8}"/>
              </a:ext>
            </a:extLst>
          </p:cNvPr>
          <p:cNvSpPr>
            <a:spLocks noGrp="1"/>
          </p:cNvSpPr>
          <p:nvPr>
            <p:ph type="title"/>
          </p:nvPr>
        </p:nvSpPr>
        <p:spPr/>
        <p:txBody>
          <a:bodyPr/>
          <a:lstStyle/>
          <a:p>
            <a:r>
              <a:rPr lang="en-US" sz="1800" dirty="0"/>
              <a:t> </a:t>
            </a:r>
            <a:r>
              <a:rPr lang="en-US" sz="2400" dirty="0">
                <a:latin typeface="Times New Roman" panose="02020603050405020304" pitchFamily="18" charset="0"/>
                <a:cs typeface="Times New Roman" panose="02020603050405020304" pitchFamily="18" charset="0"/>
              </a:rPr>
              <a:t>EcuAppM – Group Container Properties</a:t>
            </a:r>
          </a:p>
        </p:txBody>
      </p:sp>
      <p:sp>
        <p:nvSpPr>
          <p:cNvPr id="3" name="Slide Number Placeholder 2">
            <a:extLst>
              <a:ext uri="{FF2B5EF4-FFF2-40B4-BE49-F238E27FC236}">
                <a16:creationId xmlns:a16="http://schemas.microsoft.com/office/drawing/2014/main" id="{0455E7A8-20FC-7FD7-7E74-9BFB15AA5828}"/>
              </a:ext>
            </a:extLst>
          </p:cNvPr>
          <p:cNvSpPr>
            <a:spLocks noGrp="1"/>
          </p:cNvSpPr>
          <p:nvPr>
            <p:ph type="sldNum" sz="quarter" idx="11"/>
          </p:nvPr>
        </p:nvSpPr>
        <p:spPr/>
        <p:txBody>
          <a:bodyPr/>
          <a:lstStyle/>
          <a:p>
            <a:pPr>
              <a:defRPr/>
            </a:pPr>
            <a:fld id="{976FD3BF-6627-4C73-B326-16A2F7B5A470}" type="slidenum">
              <a:rPr lang="en-US" smtClean="0"/>
              <a:pPr>
                <a:defRPr/>
              </a:pPr>
              <a:t>9</a:t>
            </a:fld>
            <a:endParaRPr lang="en-US" dirty="0"/>
          </a:p>
        </p:txBody>
      </p:sp>
      <p:sp>
        <p:nvSpPr>
          <p:cNvPr id="5" name="Rectangle 4">
            <a:extLst>
              <a:ext uri="{FF2B5EF4-FFF2-40B4-BE49-F238E27FC236}">
                <a16:creationId xmlns:a16="http://schemas.microsoft.com/office/drawing/2014/main" id="{6E0944B1-9588-C07B-B48F-2272C1A438B9}"/>
              </a:ext>
            </a:extLst>
          </p:cNvPr>
          <p:cNvSpPr/>
          <p:nvPr/>
        </p:nvSpPr>
        <p:spPr>
          <a:xfrm>
            <a:off x="535856" y="713853"/>
            <a:ext cx="10255712" cy="5755422"/>
          </a:xfrm>
          <a:prstGeom prst="rect">
            <a:avLst/>
          </a:prstGeom>
        </p:spPr>
        <p:txBody>
          <a:bodyPr wrap="square">
            <a:spAutoFit/>
          </a:bodyPr>
          <a:lstStyle/>
          <a:p>
            <a:pPr marL="285750" indent="-285750">
              <a:buFont typeface="Wingdings" panose="05000000000000000000" pitchFamily="2" charset="2"/>
              <a:buChar char="q"/>
            </a:pPr>
            <a:r>
              <a:rPr lang="en-US" sz="1600" b="1" dirty="0">
                <a:solidFill>
                  <a:schemeClr val="accent4">
                    <a:lumMod val="40000"/>
                    <a:lumOff val="60000"/>
                  </a:schemeClr>
                </a:solidFill>
                <a:latin typeface="Times New Roman" panose="02020603050405020304" pitchFamily="18" charset="0"/>
                <a:cs typeface="Times New Roman" panose="02020603050405020304" pitchFamily="18" charset="0"/>
              </a:rPr>
              <a:t>Group#0 </a:t>
            </a:r>
            <a:r>
              <a:rPr lang="en-US" sz="1600" dirty="0">
                <a:solidFill>
                  <a:schemeClr val="accent4">
                    <a:lumMod val="40000"/>
                    <a:lumOff val="60000"/>
                  </a:schemeClr>
                </a:solidFill>
                <a:latin typeface="Times New Roman" panose="02020603050405020304" pitchFamily="18" charset="0"/>
                <a:cs typeface="Times New Roman" panose="02020603050405020304" pitchFamily="18" charset="0"/>
              </a:rPr>
              <a:t>and </a:t>
            </a:r>
            <a:r>
              <a:rPr lang="en-US" sz="1600" b="1" dirty="0">
                <a:solidFill>
                  <a:schemeClr val="accent4">
                    <a:lumMod val="40000"/>
                    <a:lumOff val="60000"/>
                  </a:schemeClr>
                </a:solidFill>
                <a:latin typeface="Times New Roman" panose="02020603050405020304" pitchFamily="18" charset="0"/>
                <a:cs typeface="Times New Roman" panose="02020603050405020304" pitchFamily="18" charset="0"/>
              </a:rPr>
              <a:t>Group#1 </a:t>
            </a:r>
            <a:r>
              <a:rPr lang="en-US" sz="1600" dirty="0">
                <a:solidFill>
                  <a:schemeClr val="accent4">
                    <a:lumMod val="40000"/>
                    <a:lumOff val="60000"/>
                  </a:schemeClr>
                </a:solidFill>
                <a:latin typeface="Times New Roman" panose="02020603050405020304" pitchFamily="18" charset="0"/>
                <a:cs typeface="Times New Roman" panose="02020603050405020304" pitchFamily="18" charset="0"/>
              </a:rPr>
              <a:t>are special groups called pre-groups</a:t>
            </a:r>
            <a:r>
              <a:rPr lang="en-US" sz="1600"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q"/>
            </a:pPr>
            <a:r>
              <a:rPr lang="en-US" sz="1600" b="1" dirty="0">
                <a:solidFill>
                  <a:schemeClr val="accent4">
                    <a:lumMod val="40000"/>
                    <a:lumOff val="60000"/>
                  </a:schemeClr>
                </a:solidFill>
                <a:latin typeface="Times New Roman" panose="02020603050405020304" pitchFamily="18" charset="0"/>
                <a:cs typeface="Times New Roman" panose="02020603050405020304" pitchFamily="18" charset="0"/>
              </a:rPr>
              <a:t>Group#0 </a:t>
            </a:r>
            <a:r>
              <a:rPr lang="en-US" sz="1600" dirty="0">
                <a:solidFill>
                  <a:schemeClr val="accent4">
                    <a:lumMod val="40000"/>
                    <a:lumOff val="60000"/>
                  </a:schemeClr>
                </a:solidFill>
                <a:latin typeface="Times New Roman" panose="02020603050405020304" pitchFamily="18" charset="0"/>
                <a:cs typeface="Times New Roman" panose="02020603050405020304" pitchFamily="18" charset="0"/>
              </a:rPr>
              <a:t>container </a:t>
            </a:r>
            <a:r>
              <a:rPr lang="en-US" sz="1600" dirty="0">
                <a:latin typeface="Times New Roman" panose="02020603050405020304" pitchFamily="18" charset="0"/>
                <a:cs typeface="Times New Roman" panose="02020603050405020304" pitchFamily="18" charset="0"/>
              </a:rPr>
              <a:t>will be activated before powering switched supplies and it’s meant for activating “Power manager” related components.  </a:t>
            </a:r>
          </a:p>
          <a:p>
            <a:pPr marL="285750" indent="-285750">
              <a:buFont typeface="Wingdings" panose="05000000000000000000" pitchFamily="2" charset="2"/>
              <a:buChar char="q"/>
            </a:pPr>
            <a:r>
              <a:rPr lang="en-US" sz="1600" b="1" dirty="0">
                <a:solidFill>
                  <a:schemeClr val="accent4">
                    <a:lumMod val="40000"/>
                    <a:lumOff val="60000"/>
                  </a:schemeClr>
                </a:solidFill>
                <a:latin typeface="Times New Roman" panose="02020603050405020304" pitchFamily="18" charset="0"/>
                <a:cs typeface="Times New Roman" panose="02020603050405020304" pitchFamily="18" charset="0"/>
              </a:rPr>
              <a:t>Group#1 </a:t>
            </a:r>
            <a:r>
              <a:rPr lang="en-US" sz="1600" dirty="0">
                <a:solidFill>
                  <a:schemeClr val="accent4">
                    <a:lumMod val="40000"/>
                    <a:lumOff val="60000"/>
                  </a:schemeClr>
                </a:solidFill>
                <a:latin typeface="Times New Roman" panose="02020603050405020304" pitchFamily="18" charset="0"/>
                <a:cs typeface="Times New Roman" panose="02020603050405020304" pitchFamily="18" charset="0"/>
              </a:rPr>
              <a:t>container </a:t>
            </a:r>
            <a:r>
              <a:rPr lang="en-US" sz="1600" dirty="0">
                <a:latin typeface="Times New Roman" panose="02020603050405020304" pitchFamily="18" charset="0"/>
                <a:cs typeface="Times New Roman" panose="02020603050405020304" pitchFamily="18" charset="0"/>
              </a:rPr>
              <a:t>will be activated in parallel to NVM read all and it's meant for activating “system control”</a:t>
            </a:r>
          </a:p>
          <a:p>
            <a:r>
              <a:rPr lang="en-US" sz="1600" dirty="0">
                <a:latin typeface="Times New Roman" panose="02020603050405020304" pitchFamily="18" charset="0"/>
                <a:cs typeface="Times New Roman" panose="02020603050405020304" pitchFamily="18" charset="0"/>
              </a:rPr>
              <a:t>      related components like SleepWakeup Manager, ComMExt etc.  Those components which controls Network and</a:t>
            </a:r>
          </a:p>
          <a:p>
            <a:r>
              <a:rPr lang="en-US" sz="1600" dirty="0">
                <a:latin typeface="Times New Roman" panose="02020603050405020304" pitchFamily="18" charset="0"/>
                <a:cs typeface="Times New Roman" panose="02020603050405020304" pitchFamily="18" charset="0"/>
              </a:rPr>
              <a:t>      application sleep status.</a:t>
            </a:r>
          </a:p>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From </a:t>
            </a:r>
            <a:r>
              <a:rPr lang="en-US" sz="1600" b="1" dirty="0">
                <a:latin typeface="Times New Roman" panose="02020603050405020304" pitchFamily="18" charset="0"/>
                <a:cs typeface="Times New Roman" panose="02020603050405020304" pitchFamily="18" charset="0"/>
              </a:rPr>
              <a:t>Group#2  </a:t>
            </a:r>
            <a:r>
              <a:rPr lang="en-US" sz="1600" dirty="0">
                <a:latin typeface="Times New Roman" panose="02020603050405020304" pitchFamily="18" charset="0"/>
                <a:cs typeface="Times New Roman" panose="02020603050405020304" pitchFamily="18" charset="0"/>
              </a:rPr>
              <a:t>onwards they are normal groups they can be used for life cycle management of CDD’s, SWC’s etc.</a:t>
            </a:r>
          </a:p>
          <a:p>
            <a:pPr lvl="1"/>
            <a:endParaRPr lang="en-US" sz="1600" dirty="0">
              <a:latin typeface="Times New Roman" panose="02020603050405020304" pitchFamily="18" charset="0"/>
              <a:cs typeface="Times New Roman" panose="02020603050405020304" pitchFamily="18" charset="0"/>
            </a:endParaRPr>
          </a:p>
          <a:p>
            <a:pPr lvl="1"/>
            <a:r>
              <a:rPr lang="en-US" sz="1600" dirty="0">
                <a:latin typeface="Times New Roman" panose="02020603050405020304" pitchFamily="18" charset="0"/>
                <a:cs typeface="Times New Roman" panose="02020603050405020304" pitchFamily="18" charset="0"/>
              </a:rPr>
              <a:t>Following are the currently supported list of Group properties</a:t>
            </a:r>
          </a:p>
          <a:p>
            <a:pPr lvl="1"/>
            <a:r>
              <a:rPr lang="en-US" sz="1600" dirty="0">
                <a:latin typeface="Times New Roman" panose="02020603050405020304" pitchFamily="18" charset="0"/>
                <a:cs typeface="Times New Roman" panose="02020603050405020304" pitchFamily="18" charset="0"/>
              </a:rPr>
              <a:t>	</a:t>
            </a:r>
          </a:p>
          <a:p>
            <a:pPr marL="1200150" lvl="2" indent="-2857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Wakeup source mask</a:t>
            </a:r>
          </a:p>
          <a:p>
            <a:pPr marL="1200150" lvl="2" indent="-2857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Activation type</a:t>
            </a:r>
          </a:p>
          <a:p>
            <a:pPr marL="1200150" lvl="2" indent="-2857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Deactivation type</a:t>
            </a:r>
          </a:p>
          <a:p>
            <a:pPr marL="1200150" lvl="2" indent="-2857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Fail safe mechanism</a:t>
            </a:r>
          </a:p>
          <a:p>
            <a:pPr marL="742950" lvl="1" indent="-285750">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Wakeup source mask</a:t>
            </a:r>
          </a:p>
          <a:p>
            <a:pPr lvl="1"/>
            <a:r>
              <a:rPr lang="en-US" sz="1600" dirty="0">
                <a:latin typeface="Times New Roman" panose="02020603050405020304" pitchFamily="18" charset="0"/>
                <a:cs typeface="Times New Roman" panose="02020603050405020304" pitchFamily="18" charset="0"/>
              </a:rPr>
              <a:t>       Except pre-groups, all the other groups can be subscribed for configured wakeup sources for which particular</a:t>
            </a:r>
          </a:p>
          <a:p>
            <a:pPr lvl="1"/>
            <a:r>
              <a:rPr lang="en-US" sz="1600" dirty="0">
                <a:latin typeface="Times New Roman" panose="02020603050405020304" pitchFamily="18" charset="0"/>
                <a:cs typeface="Times New Roman" panose="02020603050405020304" pitchFamily="18" charset="0"/>
              </a:rPr>
              <a:t>       group/groups will be activated.</a:t>
            </a:r>
          </a:p>
          <a:p>
            <a:pPr lvl="1"/>
            <a:r>
              <a:rPr lang="en-US" sz="1600" dirty="0">
                <a:latin typeface="Times New Roman" panose="02020603050405020304" pitchFamily="18" charset="0"/>
                <a:cs typeface="Times New Roman" panose="02020603050405020304" pitchFamily="18" charset="0"/>
              </a:rPr>
              <a:t>       This type of configuration allows for efficient partial wakeup strategies like RTC wakeups and MEET</a:t>
            </a:r>
          </a:p>
          <a:p>
            <a:pPr lvl="1"/>
            <a:r>
              <a:rPr lang="en-US" sz="1600" dirty="0">
                <a:latin typeface="Times New Roman" panose="02020603050405020304" pitchFamily="18" charset="0"/>
                <a:cs typeface="Times New Roman" panose="02020603050405020304" pitchFamily="18" charset="0"/>
              </a:rPr>
              <a:t>        mode implementations.</a:t>
            </a:r>
          </a:p>
          <a:p>
            <a:pPr lvl="1"/>
            <a:r>
              <a:rPr lang="en-US" sz="1600" dirty="0">
                <a:latin typeface="Times New Roman" panose="02020603050405020304" pitchFamily="18" charset="0"/>
                <a:cs typeface="Times New Roman" panose="02020603050405020304" pitchFamily="18" charset="0"/>
              </a:rPr>
              <a:t>       </a:t>
            </a:r>
          </a:p>
          <a:p>
            <a:pPr lvl="1"/>
            <a:endParaRPr lang="en-US" sz="1600" dirty="0">
              <a:solidFill>
                <a:srgbClr val="000000"/>
              </a:solidFill>
              <a:latin typeface="Times New Roman" panose="02020603050405020304" pitchFamily="18" charset="0"/>
              <a:cs typeface="Times New Roman" panose="02020603050405020304" pitchFamily="18" charset="0"/>
            </a:endParaRPr>
          </a:p>
          <a:p>
            <a:pPr lvl="1"/>
            <a:endParaRPr lang="en-US" sz="16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71708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46B07-47C7-44FF-01B4-2D2D227906D8}"/>
              </a:ext>
            </a:extLst>
          </p:cNvPr>
          <p:cNvSpPr>
            <a:spLocks noGrp="1"/>
          </p:cNvSpPr>
          <p:nvPr>
            <p:ph type="title"/>
          </p:nvPr>
        </p:nvSpPr>
        <p:spPr/>
        <p:txBody>
          <a:bodyPr/>
          <a:lstStyle/>
          <a:p>
            <a:r>
              <a:rPr lang="en-US" sz="1800" dirty="0"/>
              <a:t> </a:t>
            </a:r>
            <a:r>
              <a:rPr lang="en-US" sz="2400" dirty="0">
                <a:latin typeface="Times New Roman" panose="02020603050405020304" pitchFamily="18" charset="0"/>
                <a:cs typeface="Times New Roman" panose="02020603050405020304" pitchFamily="18" charset="0"/>
              </a:rPr>
              <a:t>EcuAppM – Group Container Properties</a:t>
            </a:r>
          </a:p>
        </p:txBody>
      </p:sp>
      <p:sp>
        <p:nvSpPr>
          <p:cNvPr id="3" name="Slide Number Placeholder 2">
            <a:extLst>
              <a:ext uri="{FF2B5EF4-FFF2-40B4-BE49-F238E27FC236}">
                <a16:creationId xmlns:a16="http://schemas.microsoft.com/office/drawing/2014/main" id="{0455E7A8-20FC-7FD7-7E74-9BFB15AA5828}"/>
              </a:ext>
            </a:extLst>
          </p:cNvPr>
          <p:cNvSpPr>
            <a:spLocks noGrp="1"/>
          </p:cNvSpPr>
          <p:nvPr>
            <p:ph type="sldNum" sz="quarter" idx="11"/>
          </p:nvPr>
        </p:nvSpPr>
        <p:spPr/>
        <p:txBody>
          <a:bodyPr/>
          <a:lstStyle/>
          <a:p>
            <a:pPr>
              <a:defRPr/>
            </a:pPr>
            <a:fld id="{976FD3BF-6627-4C73-B326-16A2F7B5A470}" type="slidenum">
              <a:rPr lang="en-US" smtClean="0"/>
              <a:pPr>
                <a:defRPr/>
              </a:pPr>
              <a:t>10</a:t>
            </a:fld>
            <a:endParaRPr lang="en-US" dirty="0"/>
          </a:p>
        </p:txBody>
      </p:sp>
      <p:sp>
        <p:nvSpPr>
          <p:cNvPr id="4" name="Rectangle 3">
            <a:extLst>
              <a:ext uri="{FF2B5EF4-FFF2-40B4-BE49-F238E27FC236}">
                <a16:creationId xmlns:a16="http://schemas.microsoft.com/office/drawing/2014/main" id="{CD0C01B9-9BE1-5287-868C-EE8203BB6D31}"/>
              </a:ext>
            </a:extLst>
          </p:cNvPr>
          <p:cNvSpPr/>
          <p:nvPr/>
        </p:nvSpPr>
        <p:spPr>
          <a:xfrm>
            <a:off x="157183" y="829259"/>
            <a:ext cx="4779027" cy="338554"/>
          </a:xfrm>
          <a:prstGeom prst="rect">
            <a:avLst/>
          </a:prstGeom>
        </p:spPr>
        <p:txBody>
          <a:bodyPr wrap="square">
            <a:spAutoFit/>
          </a:bodyPr>
          <a:lstStyle/>
          <a:p>
            <a:pPr lvl="1"/>
            <a:r>
              <a:rPr lang="en-US"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Typical configuration looks like below </a:t>
            </a:r>
          </a:p>
        </p:txBody>
      </p:sp>
      <p:grpSp>
        <p:nvGrpSpPr>
          <p:cNvPr id="5" name="Group 4">
            <a:extLst>
              <a:ext uri="{FF2B5EF4-FFF2-40B4-BE49-F238E27FC236}">
                <a16:creationId xmlns:a16="http://schemas.microsoft.com/office/drawing/2014/main" id="{7A018E07-6455-B28F-B0EF-7B9918D86FAD}"/>
              </a:ext>
            </a:extLst>
          </p:cNvPr>
          <p:cNvGrpSpPr/>
          <p:nvPr/>
        </p:nvGrpSpPr>
        <p:grpSpPr>
          <a:xfrm>
            <a:off x="722827" y="1335711"/>
            <a:ext cx="10536271" cy="4261563"/>
            <a:chOff x="660836" y="1409268"/>
            <a:chExt cx="10536271" cy="4261563"/>
          </a:xfrm>
        </p:grpSpPr>
        <p:grpSp>
          <p:nvGrpSpPr>
            <p:cNvPr id="6" name="Group 5">
              <a:extLst>
                <a:ext uri="{FF2B5EF4-FFF2-40B4-BE49-F238E27FC236}">
                  <a16:creationId xmlns:a16="http://schemas.microsoft.com/office/drawing/2014/main" id="{FFC80A24-1221-CEFC-A0A2-F86BD375D087}"/>
                </a:ext>
              </a:extLst>
            </p:cNvPr>
            <p:cNvGrpSpPr/>
            <p:nvPr/>
          </p:nvGrpSpPr>
          <p:grpSpPr>
            <a:xfrm>
              <a:off x="5251316" y="2325117"/>
              <a:ext cx="561669" cy="46747"/>
              <a:chOff x="9033727" y="2335425"/>
              <a:chExt cx="561669" cy="46747"/>
            </a:xfrm>
          </p:grpSpPr>
          <p:sp>
            <p:nvSpPr>
              <p:cNvPr id="105" name="Oval 104">
                <a:extLst>
                  <a:ext uri="{FF2B5EF4-FFF2-40B4-BE49-F238E27FC236}">
                    <a16:creationId xmlns:a16="http://schemas.microsoft.com/office/drawing/2014/main" id="{6DA47DDD-9BAA-76BA-8861-34B6C56877EA}"/>
                  </a:ext>
                </a:extLst>
              </p:cNvPr>
              <p:cNvSpPr/>
              <p:nvPr/>
            </p:nvSpPr>
            <p:spPr>
              <a:xfrm>
                <a:off x="9033727" y="2335425"/>
                <a:ext cx="49427" cy="4571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b="1" dirty="0">
                  <a:solidFill>
                    <a:schemeClr val="tx1"/>
                  </a:solidFill>
                  <a:effectLst>
                    <a:outerShdw blurRad="38100" dist="38100" dir="2700000" algn="tl">
                      <a:srgbClr val="000000">
                        <a:alpha val="43137"/>
                      </a:srgbClr>
                    </a:outerShdw>
                  </a:effectLst>
                </a:endParaRPr>
              </a:p>
            </p:txBody>
          </p:sp>
          <p:sp>
            <p:nvSpPr>
              <p:cNvPr id="106" name="Oval 105">
                <a:extLst>
                  <a:ext uri="{FF2B5EF4-FFF2-40B4-BE49-F238E27FC236}">
                    <a16:creationId xmlns:a16="http://schemas.microsoft.com/office/drawing/2014/main" id="{6E0DC8BC-7B69-08C3-D4AA-B2174D1A2D10}"/>
                  </a:ext>
                </a:extLst>
              </p:cNvPr>
              <p:cNvSpPr/>
              <p:nvPr/>
            </p:nvSpPr>
            <p:spPr>
              <a:xfrm>
                <a:off x="9302205" y="2335425"/>
                <a:ext cx="49427" cy="4571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b="1" dirty="0">
                  <a:solidFill>
                    <a:schemeClr val="tx1"/>
                  </a:solidFill>
                  <a:effectLst>
                    <a:outerShdw blurRad="38100" dist="38100" dir="2700000" algn="tl">
                      <a:srgbClr val="000000">
                        <a:alpha val="43137"/>
                      </a:srgbClr>
                    </a:outerShdw>
                  </a:effectLst>
                </a:endParaRPr>
              </a:p>
            </p:txBody>
          </p:sp>
          <p:sp>
            <p:nvSpPr>
              <p:cNvPr id="107" name="Oval 106">
                <a:extLst>
                  <a:ext uri="{FF2B5EF4-FFF2-40B4-BE49-F238E27FC236}">
                    <a16:creationId xmlns:a16="http://schemas.microsoft.com/office/drawing/2014/main" id="{B7890FA7-19CE-E41E-2720-8F0C652AC1E4}"/>
                  </a:ext>
                </a:extLst>
              </p:cNvPr>
              <p:cNvSpPr/>
              <p:nvPr/>
            </p:nvSpPr>
            <p:spPr>
              <a:xfrm>
                <a:off x="9545969" y="2336453"/>
                <a:ext cx="49427" cy="4571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b="1" dirty="0">
                  <a:solidFill>
                    <a:schemeClr val="tx1"/>
                  </a:solidFill>
                  <a:effectLst>
                    <a:outerShdw blurRad="38100" dist="38100" dir="2700000" algn="tl">
                      <a:srgbClr val="000000">
                        <a:alpha val="43137"/>
                      </a:srgbClr>
                    </a:outerShdw>
                  </a:effectLst>
                </a:endParaRPr>
              </a:p>
            </p:txBody>
          </p:sp>
        </p:grpSp>
        <p:grpSp>
          <p:nvGrpSpPr>
            <p:cNvPr id="7" name="Group 6">
              <a:extLst>
                <a:ext uri="{FF2B5EF4-FFF2-40B4-BE49-F238E27FC236}">
                  <a16:creationId xmlns:a16="http://schemas.microsoft.com/office/drawing/2014/main" id="{0BCB46F7-5F38-0586-988E-6A6603C79C4C}"/>
                </a:ext>
              </a:extLst>
            </p:cNvPr>
            <p:cNvGrpSpPr/>
            <p:nvPr/>
          </p:nvGrpSpPr>
          <p:grpSpPr>
            <a:xfrm>
              <a:off x="660836" y="1409268"/>
              <a:ext cx="10536271" cy="4261563"/>
              <a:chOff x="660836" y="1409268"/>
              <a:chExt cx="10536271" cy="4261563"/>
            </a:xfrm>
          </p:grpSpPr>
          <p:cxnSp>
            <p:nvCxnSpPr>
              <p:cNvPr id="8" name="Straight Arrow Connector 7">
                <a:extLst>
                  <a:ext uri="{FF2B5EF4-FFF2-40B4-BE49-F238E27FC236}">
                    <a16:creationId xmlns:a16="http://schemas.microsoft.com/office/drawing/2014/main" id="{F30172D1-237B-E63C-66B6-2DE6BCD7B8E7}"/>
                  </a:ext>
                </a:extLst>
              </p:cNvPr>
              <p:cNvCxnSpPr>
                <a:cxnSpLocks/>
                <a:endCxn id="15" idx="0"/>
              </p:cNvCxnSpPr>
              <p:nvPr/>
            </p:nvCxnSpPr>
            <p:spPr>
              <a:xfrm>
                <a:off x="2812944" y="2000878"/>
                <a:ext cx="0" cy="171288"/>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grpSp>
            <p:nvGrpSpPr>
              <p:cNvPr id="9" name="Group 8">
                <a:extLst>
                  <a:ext uri="{FF2B5EF4-FFF2-40B4-BE49-F238E27FC236}">
                    <a16:creationId xmlns:a16="http://schemas.microsoft.com/office/drawing/2014/main" id="{E33C939A-35BB-2134-FB55-F248E2BE1130}"/>
                  </a:ext>
                </a:extLst>
              </p:cNvPr>
              <p:cNvGrpSpPr/>
              <p:nvPr/>
            </p:nvGrpSpPr>
            <p:grpSpPr>
              <a:xfrm>
                <a:off x="660836" y="1409268"/>
                <a:ext cx="10536271" cy="4261563"/>
                <a:chOff x="660836" y="1409268"/>
                <a:chExt cx="10536271" cy="4261563"/>
              </a:xfrm>
            </p:grpSpPr>
            <p:cxnSp>
              <p:nvCxnSpPr>
                <p:cNvPr id="10" name="Straight Arrow Connector 9">
                  <a:extLst>
                    <a:ext uri="{FF2B5EF4-FFF2-40B4-BE49-F238E27FC236}">
                      <a16:creationId xmlns:a16="http://schemas.microsoft.com/office/drawing/2014/main" id="{E0E9C994-015A-2B41-CD8E-E09D8CB74B76}"/>
                    </a:ext>
                  </a:extLst>
                </p:cNvPr>
                <p:cNvCxnSpPr>
                  <a:cxnSpLocks/>
                  <a:endCxn id="16" idx="0"/>
                </p:cNvCxnSpPr>
                <p:nvPr/>
              </p:nvCxnSpPr>
              <p:spPr>
                <a:xfrm>
                  <a:off x="4488684" y="1993316"/>
                  <a:ext cx="0" cy="184613"/>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1" name="Straight Arrow Connector 10">
                  <a:extLst>
                    <a:ext uri="{FF2B5EF4-FFF2-40B4-BE49-F238E27FC236}">
                      <a16:creationId xmlns:a16="http://schemas.microsoft.com/office/drawing/2014/main" id="{5DF9FC97-9D0D-60E4-1BDD-8E5633000234}"/>
                    </a:ext>
                  </a:extLst>
                </p:cNvPr>
                <p:cNvCxnSpPr>
                  <a:cxnSpLocks/>
                </p:cNvCxnSpPr>
                <p:nvPr/>
              </p:nvCxnSpPr>
              <p:spPr>
                <a:xfrm flipH="1">
                  <a:off x="5590020" y="1771613"/>
                  <a:ext cx="1" cy="236872"/>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grpSp>
              <p:nvGrpSpPr>
                <p:cNvPr id="12" name="Group 11">
                  <a:extLst>
                    <a:ext uri="{FF2B5EF4-FFF2-40B4-BE49-F238E27FC236}">
                      <a16:creationId xmlns:a16="http://schemas.microsoft.com/office/drawing/2014/main" id="{8EC7D894-97C4-BBFA-B708-7B2932F88061}"/>
                    </a:ext>
                  </a:extLst>
                </p:cNvPr>
                <p:cNvGrpSpPr/>
                <p:nvPr/>
              </p:nvGrpSpPr>
              <p:grpSpPr>
                <a:xfrm>
                  <a:off x="660836" y="1409268"/>
                  <a:ext cx="10536271" cy="4261563"/>
                  <a:chOff x="660836" y="1409268"/>
                  <a:chExt cx="10536271" cy="4261563"/>
                </a:xfrm>
              </p:grpSpPr>
              <p:sp>
                <p:nvSpPr>
                  <p:cNvPr id="13" name="Rectangle 12">
                    <a:extLst>
                      <a:ext uri="{FF2B5EF4-FFF2-40B4-BE49-F238E27FC236}">
                        <a16:creationId xmlns:a16="http://schemas.microsoft.com/office/drawing/2014/main" id="{F66B753D-0447-7E9C-8B7A-E4AFF39BECAE}"/>
                      </a:ext>
                    </a:extLst>
                  </p:cNvPr>
                  <p:cNvSpPr/>
                  <p:nvPr/>
                </p:nvSpPr>
                <p:spPr>
                  <a:xfrm>
                    <a:off x="4805680" y="1409268"/>
                    <a:ext cx="1573229" cy="36512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sz="1000" dirty="0">
                        <a:effectLst>
                          <a:outerShdw blurRad="38100" dist="38100" dir="2700000" algn="tl">
                            <a:srgbClr val="000000">
                              <a:alpha val="43137"/>
                            </a:srgbClr>
                          </a:outerShdw>
                        </a:effectLst>
                      </a:rPr>
                      <a:t>Groups Container</a:t>
                    </a:r>
                  </a:p>
                </p:txBody>
              </p:sp>
              <p:sp>
                <p:nvSpPr>
                  <p:cNvPr id="14" name="Rectangle 13">
                    <a:extLst>
                      <a:ext uri="{FF2B5EF4-FFF2-40B4-BE49-F238E27FC236}">
                        <a16:creationId xmlns:a16="http://schemas.microsoft.com/office/drawing/2014/main" id="{D13DD3B3-893F-4356-29E8-AAB3C67FD08C}"/>
                      </a:ext>
                    </a:extLst>
                  </p:cNvPr>
                  <p:cNvSpPr/>
                  <p:nvPr/>
                </p:nvSpPr>
                <p:spPr>
                  <a:xfrm>
                    <a:off x="861298" y="2172123"/>
                    <a:ext cx="984179" cy="365125"/>
                  </a:xfrm>
                  <a:prstGeom prst="rect">
                    <a:avLst/>
                  </a:prstGeom>
                  <a:solidFill>
                    <a:schemeClr val="accent2">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sz="1000" b="1" dirty="0">
                        <a:effectLst>
                          <a:outerShdw blurRad="38100" dist="38100" dir="2700000" algn="tl">
                            <a:srgbClr val="000000">
                              <a:alpha val="43137"/>
                            </a:srgbClr>
                          </a:outerShdw>
                        </a:effectLst>
                      </a:rPr>
                      <a:t>PreGroup#0</a:t>
                    </a:r>
                  </a:p>
                </p:txBody>
              </p:sp>
              <p:sp>
                <p:nvSpPr>
                  <p:cNvPr id="15" name="Rectangle 14">
                    <a:extLst>
                      <a:ext uri="{FF2B5EF4-FFF2-40B4-BE49-F238E27FC236}">
                        <a16:creationId xmlns:a16="http://schemas.microsoft.com/office/drawing/2014/main" id="{CE0ABFD6-2381-1447-4B15-D7BA20C12057}"/>
                      </a:ext>
                    </a:extLst>
                  </p:cNvPr>
                  <p:cNvSpPr/>
                  <p:nvPr/>
                </p:nvSpPr>
                <p:spPr>
                  <a:xfrm>
                    <a:off x="2304218" y="2172166"/>
                    <a:ext cx="1017451" cy="365125"/>
                  </a:xfrm>
                  <a:prstGeom prst="rect">
                    <a:avLst/>
                  </a:prstGeom>
                  <a:solidFill>
                    <a:srgbClr val="F3A87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sz="1000" b="1" dirty="0">
                        <a:effectLst>
                          <a:outerShdw blurRad="38100" dist="38100" dir="2700000" algn="tl">
                            <a:srgbClr val="000000">
                              <a:alpha val="43137"/>
                            </a:srgbClr>
                          </a:outerShdw>
                        </a:effectLst>
                      </a:rPr>
                      <a:t>PreGroup#1</a:t>
                    </a:r>
                  </a:p>
                </p:txBody>
              </p:sp>
              <p:sp>
                <p:nvSpPr>
                  <p:cNvPr id="16" name="Rectangle 15">
                    <a:extLst>
                      <a:ext uri="{FF2B5EF4-FFF2-40B4-BE49-F238E27FC236}">
                        <a16:creationId xmlns:a16="http://schemas.microsoft.com/office/drawing/2014/main" id="{187EEAED-5C33-06E3-2543-42EC68BA0003}"/>
                      </a:ext>
                    </a:extLst>
                  </p:cNvPr>
                  <p:cNvSpPr/>
                  <p:nvPr/>
                </p:nvSpPr>
                <p:spPr>
                  <a:xfrm>
                    <a:off x="3896979" y="2177929"/>
                    <a:ext cx="1183410" cy="36512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sz="1000" b="1" dirty="0">
                        <a:effectLst>
                          <a:outerShdw blurRad="38100" dist="38100" dir="2700000" algn="tl">
                            <a:srgbClr val="000000">
                              <a:alpha val="43137"/>
                            </a:srgbClr>
                          </a:outerShdw>
                        </a:effectLst>
                      </a:rPr>
                      <a:t>Group#2</a:t>
                    </a:r>
                  </a:p>
                </p:txBody>
              </p:sp>
              <p:sp>
                <p:nvSpPr>
                  <p:cNvPr id="17" name="Rectangle 16">
                    <a:extLst>
                      <a:ext uri="{FF2B5EF4-FFF2-40B4-BE49-F238E27FC236}">
                        <a16:creationId xmlns:a16="http://schemas.microsoft.com/office/drawing/2014/main" id="{296735AC-76B9-1CBC-3CC9-69F1A440F2D4}"/>
                      </a:ext>
                    </a:extLst>
                  </p:cNvPr>
                  <p:cNvSpPr/>
                  <p:nvPr/>
                </p:nvSpPr>
                <p:spPr>
                  <a:xfrm>
                    <a:off x="6017498" y="2162172"/>
                    <a:ext cx="1358291" cy="36512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sz="1000" b="1" dirty="0">
                        <a:effectLst>
                          <a:outerShdw blurRad="38100" dist="38100" dir="2700000" algn="tl">
                            <a:srgbClr val="000000">
                              <a:alpha val="43137"/>
                            </a:srgbClr>
                          </a:outerShdw>
                        </a:effectLst>
                      </a:rPr>
                      <a:t>Group#6</a:t>
                    </a:r>
                  </a:p>
                </p:txBody>
              </p:sp>
              <p:grpSp>
                <p:nvGrpSpPr>
                  <p:cNvPr id="18" name="Group 17">
                    <a:extLst>
                      <a:ext uri="{FF2B5EF4-FFF2-40B4-BE49-F238E27FC236}">
                        <a16:creationId xmlns:a16="http://schemas.microsoft.com/office/drawing/2014/main" id="{1FAE765A-4824-CC04-89D5-DDB40AFA0D71}"/>
                      </a:ext>
                    </a:extLst>
                  </p:cNvPr>
                  <p:cNvGrpSpPr/>
                  <p:nvPr/>
                </p:nvGrpSpPr>
                <p:grpSpPr>
                  <a:xfrm>
                    <a:off x="1353388" y="2000834"/>
                    <a:ext cx="5343256" cy="171288"/>
                    <a:chOff x="1394331" y="2990285"/>
                    <a:chExt cx="5343256" cy="171288"/>
                  </a:xfrm>
                </p:grpSpPr>
                <p:cxnSp>
                  <p:nvCxnSpPr>
                    <p:cNvPr id="103" name="Connector: Elbow 102">
                      <a:extLst>
                        <a:ext uri="{FF2B5EF4-FFF2-40B4-BE49-F238E27FC236}">
                          <a16:creationId xmlns:a16="http://schemas.microsoft.com/office/drawing/2014/main" id="{7C4C98F0-EF8E-D702-76F4-18DFE94820A7}"/>
                        </a:ext>
                      </a:extLst>
                    </p:cNvPr>
                    <p:cNvCxnSpPr>
                      <a:cxnSpLocks/>
                      <a:endCxn id="14" idx="0"/>
                    </p:cNvCxnSpPr>
                    <p:nvPr/>
                  </p:nvCxnSpPr>
                  <p:spPr>
                    <a:xfrm rot="10800000" flipV="1">
                      <a:off x="1394331" y="2990330"/>
                      <a:ext cx="3132654" cy="171243"/>
                    </a:xfrm>
                    <a:prstGeom prst="bentConnector2">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04" name="Connector: Elbow 103">
                      <a:extLst>
                        <a:ext uri="{FF2B5EF4-FFF2-40B4-BE49-F238E27FC236}">
                          <a16:creationId xmlns:a16="http://schemas.microsoft.com/office/drawing/2014/main" id="{F00641F0-954D-5099-66B3-DECDFDBE73CE}"/>
                        </a:ext>
                      </a:extLst>
                    </p:cNvPr>
                    <p:cNvCxnSpPr>
                      <a:cxnSpLocks/>
                      <a:endCxn id="17" idx="0"/>
                    </p:cNvCxnSpPr>
                    <p:nvPr/>
                  </p:nvCxnSpPr>
                  <p:spPr>
                    <a:xfrm>
                      <a:off x="4526983" y="2990285"/>
                      <a:ext cx="2210604" cy="161338"/>
                    </a:xfrm>
                    <a:prstGeom prst="bentConnector2">
                      <a:avLst/>
                    </a:prstGeom>
                    <a:ln>
                      <a:tailEnd type="triangle"/>
                    </a:ln>
                  </p:spPr>
                  <p:style>
                    <a:lnRef idx="3">
                      <a:schemeClr val="accent3"/>
                    </a:lnRef>
                    <a:fillRef idx="0">
                      <a:schemeClr val="accent3"/>
                    </a:fillRef>
                    <a:effectRef idx="2">
                      <a:schemeClr val="accent3"/>
                    </a:effectRef>
                    <a:fontRef idx="minor">
                      <a:schemeClr val="tx1"/>
                    </a:fontRef>
                  </p:style>
                </p:cxnSp>
              </p:grpSp>
              <p:grpSp>
                <p:nvGrpSpPr>
                  <p:cNvPr id="19" name="Group 18">
                    <a:extLst>
                      <a:ext uri="{FF2B5EF4-FFF2-40B4-BE49-F238E27FC236}">
                        <a16:creationId xmlns:a16="http://schemas.microsoft.com/office/drawing/2014/main" id="{CC051E9D-CFDB-C49F-F84F-EA1000766ED4}"/>
                      </a:ext>
                    </a:extLst>
                  </p:cNvPr>
                  <p:cNvGrpSpPr/>
                  <p:nvPr/>
                </p:nvGrpSpPr>
                <p:grpSpPr>
                  <a:xfrm>
                    <a:off x="664458" y="2551256"/>
                    <a:ext cx="1177047" cy="2139678"/>
                    <a:chOff x="1324650" y="3482909"/>
                    <a:chExt cx="1177047" cy="2139678"/>
                  </a:xfrm>
                </p:grpSpPr>
                <p:grpSp>
                  <p:nvGrpSpPr>
                    <p:cNvPr id="93" name="Group 92">
                      <a:extLst>
                        <a:ext uri="{FF2B5EF4-FFF2-40B4-BE49-F238E27FC236}">
                          <a16:creationId xmlns:a16="http://schemas.microsoft.com/office/drawing/2014/main" id="{82CCBCF2-3F48-9D3B-2B6F-AE2903152E66}"/>
                        </a:ext>
                      </a:extLst>
                    </p:cNvPr>
                    <p:cNvGrpSpPr/>
                    <p:nvPr/>
                  </p:nvGrpSpPr>
                  <p:grpSpPr>
                    <a:xfrm>
                      <a:off x="1324650" y="3908897"/>
                      <a:ext cx="1177047" cy="1713690"/>
                      <a:chOff x="1353830" y="3817090"/>
                      <a:chExt cx="1177047" cy="1713690"/>
                    </a:xfrm>
                  </p:grpSpPr>
                  <p:sp>
                    <p:nvSpPr>
                      <p:cNvPr id="95" name="Rectangle 94">
                        <a:extLst>
                          <a:ext uri="{FF2B5EF4-FFF2-40B4-BE49-F238E27FC236}">
                            <a16:creationId xmlns:a16="http://schemas.microsoft.com/office/drawing/2014/main" id="{88DCA44E-2656-54BA-C3A7-3E47C594904C}"/>
                          </a:ext>
                        </a:extLst>
                      </p:cNvPr>
                      <p:cNvSpPr/>
                      <p:nvPr/>
                    </p:nvSpPr>
                    <p:spPr>
                      <a:xfrm>
                        <a:off x="1353830" y="3817090"/>
                        <a:ext cx="1177047" cy="1713690"/>
                      </a:xfrm>
                      <a:prstGeom prst="rect">
                        <a:avLst/>
                      </a:prstGeom>
                      <a:ln w="19050">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kumimoji="1" lang="en-US" dirty="0">
                          <a:effectLst>
                            <a:outerShdw blurRad="38100" dist="38100" dir="2700000" algn="tl">
                              <a:srgbClr val="000000">
                                <a:alpha val="43137"/>
                              </a:srgbClr>
                            </a:outerShdw>
                          </a:effectLst>
                        </a:endParaRPr>
                      </a:p>
                    </p:txBody>
                  </p:sp>
                  <p:grpSp>
                    <p:nvGrpSpPr>
                      <p:cNvPr id="96" name="Group 95">
                        <a:extLst>
                          <a:ext uri="{FF2B5EF4-FFF2-40B4-BE49-F238E27FC236}">
                            <a16:creationId xmlns:a16="http://schemas.microsoft.com/office/drawing/2014/main" id="{2539DC84-EBC7-836F-8FCB-3E325AF77361}"/>
                          </a:ext>
                        </a:extLst>
                      </p:cNvPr>
                      <p:cNvGrpSpPr/>
                      <p:nvPr/>
                    </p:nvGrpSpPr>
                    <p:grpSpPr>
                      <a:xfrm>
                        <a:off x="1392742" y="3955913"/>
                        <a:ext cx="1070509" cy="1560643"/>
                        <a:chOff x="1394599" y="3946010"/>
                        <a:chExt cx="1070509" cy="1560643"/>
                      </a:xfrm>
                    </p:grpSpPr>
                    <p:grpSp>
                      <p:nvGrpSpPr>
                        <p:cNvPr id="97" name="Group 96">
                          <a:extLst>
                            <a:ext uri="{FF2B5EF4-FFF2-40B4-BE49-F238E27FC236}">
                              <a16:creationId xmlns:a16="http://schemas.microsoft.com/office/drawing/2014/main" id="{5740489E-1A8B-CB51-3A2A-4CF14F630B46}"/>
                            </a:ext>
                          </a:extLst>
                        </p:cNvPr>
                        <p:cNvGrpSpPr/>
                        <p:nvPr/>
                      </p:nvGrpSpPr>
                      <p:grpSpPr>
                        <a:xfrm>
                          <a:off x="1394599" y="3946010"/>
                          <a:ext cx="1066800" cy="1283644"/>
                          <a:chOff x="1548714" y="3943264"/>
                          <a:chExt cx="1066800" cy="1283644"/>
                        </a:xfrm>
                        <a:effectLst>
                          <a:glow rad="101600">
                            <a:schemeClr val="accent6">
                              <a:satMod val="175000"/>
                              <a:alpha val="40000"/>
                            </a:schemeClr>
                          </a:glow>
                        </a:effectLst>
                      </p:grpSpPr>
                      <p:sp>
                        <p:nvSpPr>
                          <p:cNvPr id="99" name="Rectangle 98">
                            <a:extLst>
                              <a:ext uri="{FF2B5EF4-FFF2-40B4-BE49-F238E27FC236}">
                                <a16:creationId xmlns:a16="http://schemas.microsoft.com/office/drawing/2014/main" id="{1255DB82-9F6F-05CE-7CD5-839833D12B74}"/>
                              </a:ext>
                            </a:extLst>
                          </p:cNvPr>
                          <p:cNvSpPr/>
                          <p:nvPr/>
                        </p:nvSpPr>
                        <p:spPr>
                          <a:xfrm>
                            <a:off x="1548714" y="39432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100" name="Rectangle 99">
                            <a:extLst>
                              <a:ext uri="{FF2B5EF4-FFF2-40B4-BE49-F238E27FC236}">
                                <a16:creationId xmlns:a16="http://schemas.microsoft.com/office/drawing/2014/main" id="{CE307AEC-AE5A-E627-AA11-E6225FC2D7AF}"/>
                              </a:ext>
                            </a:extLst>
                          </p:cNvPr>
                          <p:cNvSpPr/>
                          <p:nvPr/>
                        </p:nvSpPr>
                        <p:spPr>
                          <a:xfrm>
                            <a:off x="1701114" y="40956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101" name="Rectangle 100">
                            <a:extLst>
                              <a:ext uri="{FF2B5EF4-FFF2-40B4-BE49-F238E27FC236}">
                                <a16:creationId xmlns:a16="http://schemas.microsoft.com/office/drawing/2014/main" id="{1AC82789-7235-0036-04CB-9AD7BC08309A}"/>
                              </a:ext>
                            </a:extLst>
                          </p:cNvPr>
                          <p:cNvSpPr/>
                          <p:nvPr/>
                        </p:nvSpPr>
                        <p:spPr>
                          <a:xfrm>
                            <a:off x="1853514" y="42480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102" name="Rectangle 101">
                            <a:extLst>
                              <a:ext uri="{FF2B5EF4-FFF2-40B4-BE49-F238E27FC236}">
                                <a16:creationId xmlns:a16="http://schemas.microsoft.com/office/drawing/2014/main" id="{476CA507-819D-106D-E9EB-03AFFD91A661}"/>
                              </a:ext>
                            </a:extLst>
                          </p:cNvPr>
                          <p:cNvSpPr/>
                          <p:nvPr/>
                        </p:nvSpPr>
                        <p:spPr>
                          <a:xfrm>
                            <a:off x="2005914" y="44004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grpSp>
                    <p:sp>
                      <p:nvSpPr>
                        <p:cNvPr id="98" name="TextBox 97">
                          <a:extLst>
                            <a:ext uri="{FF2B5EF4-FFF2-40B4-BE49-F238E27FC236}">
                              <a16:creationId xmlns:a16="http://schemas.microsoft.com/office/drawing/2014/main" id="{BF7E73F9-0DBF-DF11-980C-F75876803BB9}"/>
                            </a:ext>
                          </a:extLst>
                        </p:cNvPr>
                        <p:cNvSpPr txBox="1"/>
                        <p:nvPr/>
                      </p:nvSpPr>
                      <p:spPr>
                        <a:xfrm>
                          <a:off x="1445277" y="5229654"/>
                          <a:ext cx="1019831" cy="276999"/>
                        </a:xfrm>
                        <a:prstGeom prst="rect">
                          <a:avLst/>
                        </a:prstGeom>
                        <a:noFill/>
                      </p:spPr>
                      <p:txBody>
                        <a:bodyPr wrap="none" rtlCol="0">
                          <a:spAutoFit/>
                        </a:bodyPr>
                        <a:lstStyle/>
                        <a:p>
                          <a:r>
                            <a:rPr lang="en-US" sz="1200" dirty="0">
                              <a:solidFill>
                                <a:srgbClr val="0C3D60"/>
                              </a:solidFill>
                            </a:rPr>
                            <a:t>components</a:t>
                          </a:r>
                        </a:p>
                      </p:txBody>
                    </p:sp>
                  </p:grpSp>
                </p:grpSp>
                <p:cxnSp>
                  <p:nvCxnSpPr>
                    <p:cNvPr id="94" name="Straight Arrow Connector 93">
                      <a:extLst>
                        <a:ext uri="{FF2B5EF4-FFF2-40B4-BE49-F238E27FC236}">
                          <a16:creationId xmlns:a16="http://schemas.microsoft.com/office/drawing/2014/main" id="{2BB56538-E8F6-8E94-6EC6-45809749848C}"/>
                        </a:ext>
                      </a:extLst>
                    </p:cNvPr>
                    <p:cNvCxnSpPr>
                      <a:cxnSpLocks/>
                    </p:cNvCxnSpPr>
                    <p:nvPr/>
                  </p:nvCxnSpPr>
                  <p:spPr>
                    <a:xfrm>
                      <a:off x="1927997" y="3482909"/>
                      <a:ext cx="0" cy="425988"/>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grpSp>
              <p:grpSp>
                <p:nvGrpSpPr>
                  <p:cNvPr id="20" name="Group 19">
                    <a:extLst>
                      <a:ext uri="{FF2B5EF4-FFF2-40B4-BE49-F238E27FC236}">
                        <a16:creationId xmlns:a16="http://schemas.microsoft.com/office/drawing/2014/main" id="{4DF0ECB6-4A7E-47E6-761F-C71E51B11EB4}"/>
                      </a:ext>
                    </a:extLst>
                  </p:cNvPr>
                  <p:cNvGrpSpPr/>
                  <p:nvPr/>
                </p:nvGrpSpPr>
                <p:grpSpPr>
                  <a:xfrm>
                    <a:off x="2195959" y="2535492"/>
                    <a:ext cx="1177047" cy="2193587"/>
                    <a:chOff x="1324650" y="3429000"/>
                    <a:chExt cx="1177047" cy="2193587"/>
                  </a:xfrm>
                </p:grpSpPr>
                <p:grpSp>
                  <p:nvGrpSpPr>
                    <p:cNvPr id="83" name="Group 82">
                      <a:extLst>
                        <a:ext uri="{FF2B5EF4-FFF2-40B4-BE49-F238E27FC236}">
                          <a16:creationId xmlns:a16="http://schemas.microsoft.com/office/drawing/2014/main" id="{C2385BE4-7E4E-213F-AEB7-4AE208B3ECC9}"/>
                        </a:ext>
                      </a:extLst>
                    </p:cNvPr>
                    <p:cNvGrpSpPr/>
                    <p:nvPr/>
                  </p:nvGrpSpPr>
                  <p:grpSpPr>
                    <a:xfrm>
                      <a:off x="1324650" y="3908897"/>
                      <a:ext cx="1177047" cy="1713690"/>
                      <a:chOff x="1353830" y="3817090"/>
                      <a:chExt cx="1177047" cy="1713690"/>
                    </a:xfrm>
                  </p:grpSpPr>
                  <p:sp>
                    <p:nvSpPr>
                      <p:cNvPr id="85" name="Rectangle 84">
                        <a:extLst>
                          <a:ext uri="{FF2B5EF4-FFF2-40B4-BE49-F238E27FC236}">
                            <a16:creationId xmlns:a16="http://schemas.microsoft.com/office/drawing/2014/main" id="{6543E4C6-740E-6361-0BFF-5F556E219471}"/>
                          </a:ext>
                        </a:extLst>
                      </p:cNvPr>
                      <p:cNvSpPr/>
                      <p:nvPr/>
                    </p:nvSpPr>
                    <p:spPr>
                      <a:xfrm>
                        <a:off x="1353830" y="3817090"/>
                        <a:ext cx="1177047" cy="1713690"/>
                      </a:xfrm>
                      <a:prstGeom prst="rect">
                        <a:avLst/>
                      </a:prstGeom>
                      <a:ln w="19050">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kumimoji="1" lang="en-US" dirty="0">
                          <a:effectLst>
                            <a:outerShdw blurRad="38100" dist="38100" dir="2700000" algn="tl">
                              <a:srgbClr val="000000">
                                <a:alpha val="43137"/>
                              </a:srgbClr>
                            </a:outerShdw>
                          </a:effectLst>
                        </a:endParaRPr>
                      </a:p>
                    </p:txBody>
                  </p:sp>
                  <p:grpSp>
                    <p:nvGrpSpPr>
                      <p:cNvPr id="86" name="Group 85">
                        <a:extLst>
                          <a:ext uri="{FF2B5EF4-FFF2-40B4-BE49-F238E27FC236}">
                            <a16:creationId xmlns:a16="http://schemas.microsoft.com/office/drawing/2014/main" id="{3D41615D-78D5-63EC-0EB9-F7E758B0EDC0}"/>
                          </a:ext>
                        </a:extLst>
                      </p:cNvPr>
                      <p:cNvGrpSpPr/>
                      <p:nvPr/>
                    </p:nvGrpSpPr>
                    <p:grpSpPr>
                      <a:xfrm>
                        <a:off x="1392742" y="3955913"/>
                        <a:ext cx="1070509" cy="1560643"/>
                        <a:chOff x="1394599" y="3946010"/>
                        <a:chExt cx="1070509" cy="1560643"/>
                      </a:xfrm>
                    </p:grpSpPr>
                    <p:grpSp>
                      <p:nvGrpSpPr>
                        <p:cNvPr id="87" name="Group 86">
                          <a:extLst>
                            <a:ext uri="{FF2B5EF4-FFF2-40B4-BE49-F238E27FC236}">
                              <a16:creationId xmlns:a16="http://schemas.microsoft.com/office/drawing/2014/main" id="{8AEFE9A0-DA53-24F6-70B6-9DCEF22CC260}"/>
                            </a:ext>
                          </a:extLst>
                        </p:cNvPr>
                        <p:cNvGrpSpPr/>
                        <p:nvPr/>
                      </p:nvGrpSpPr>
                      <p:grpSpPr>
                        <a:xfrm>
                          <a:off x="1394599" y="3946010"/>
                          <a:ext cx="1066800" cy="1283644"/>
                          <a:chOff x="1548714" y="3943264"/>
                          <a:chExt cx="1066800" cy="1283644"/>
                        </a:xfrm>
                        <a:effectLst>
                          <a:glow rad="101600">
                            <a:schemeClr val="accent6">
                              <a:satMod val="175000"/>
                              <a:alpha val="40000"/>
                            </a:schemeClr>
                          </a:glow>
                        </a:effectLst>
                      </p:grpSpPr>
                      <p:sp>
                        <p:nvSpPr>
                          <p:cNvPr id="89" name="Rectangle 88">
                            <a:extLst>
                              <a:ext uri="{FF2B5EF4-FFF2-40B4-BE49-F238E27FC236}">
                                <a16:creationId xmlns:a16="http://schemas.microsoft.com/office/drawing/2014/main" id="{492EB160-29AF-317E-92AE-FA214A3AEB1E}"/>
                              </a:ext>
                            </a:extLst>
                          </p:cNvPr>
                          <p:cNvSpPr/>
                          <p:nvPr/>
                        </p:nvSpPr>
                        <p:spPr>
                          <a:xfrm>
                            <a:off x="1548714" y="39432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90" name="Rectangle 89">
                            <a:extLst>
                              <a:ext uri="{FF2B5EF4-FFF2-40B4-BE49-F238E27FC236}">
                                <a16:creationId xmlns:a16="http://schemas.microsoft.com/office/drawing/2014/main" id="{D43C7FD9-1702-6F4B-DBA6-8512927BE1F0}"/>
                              </a:ext>
                            </a:extLst>
                          </p:cNvPr>
                          <p:cNvSpPr/>
                          <p:nvPr/>
                        </p:nvSpPr>
                        <p:spPr>
                          <a:xfrm>
                            <a:off x="1701114" y="40956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91" name="Rectangle 90">
                            <a:extLst>
                              <a:ext uri="{FF2B5EF4-FFF2-40B4-BE49-F238E27FC236}">
                                <a16:creationId xmlns:a16="http://schemas.microsoft.com/office/drawing/2014/main" id="{BEB28747-4216-B1EE-7022-7A197399116D}"/>
                              </a:ext>
                            </a:extLst>
                          </p:cNvPr>
                          <p:cNvSpPr/>
                          <p:nvPr/>
                        </p:nvSpPr>
                        <p:spPr>
                          <a:xfrm>
                            <a:off x="1853514" y="42480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92" name="Rectangle 91">
                            <a:extLst>
                              <a:ext uri="{FF2B5EF4-FFF2-40B4-BE49-F238E27FC236}">
                                <a16:creationId xmlns:a16="http://schemas.microsoft.com/office/drawing/2014/main" id="{753B68CC-4347-CC1B-2B72-05561F56204C}"/>
                              </a:ext>
                            </a:extLst>
                          </p:cNvPr>
                          <p:cNvSpPr/>
                          <p:nvPr/>
                        </p:nvSpPr>
                        <p:spPr>
                          <a:xfrm>
                            <a:off x="2005914" y="44004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grpSp>
                    <p:sp>
                      <p:nvSpPr>
                        <p:cNvPr id="88" name="TextBox 87">
                          <a:extLst>
                            <a:ext uri="{FF2B5EF4-FFF2-40B4-BE49-F238E27FC236}">
                              <a16:creationId xmlns:a16="http://schemas.microsoft.com/office/drawing/2014/main" id="{21F82591-5A51-180D-758C-68E693CA4A0A}"/>
                            </a:ext>
                          </a:extLst>
                        </p:cNvPr>
                        <p:cNvSpPr txBox="1"/>
                        <p:nvPr/>
                      </p:nvSpPr>
                      <p:spPr>
                        <a:xfrm>
                          <a:off x="1445277" y="5229654"/>
                          <a:ext cx="1019831" cy="276999"/>
                        </a:xfrm>
                        <a:prstGeom prst="rect">
                          <a:avLst/>
                        </a:prstGeom>
                        <a:noFill/>
                      </p:spPr>
                      <p:txBody>
                        <a:bodyPr wrap="none" rtlCol="0">
                          <a:spAutoFit/>
                        </a:bodyPr>
                        <a:lstStyle/>
                        <a:p>
                          <a:r>
                            <a:rPr lang="en-US" sz="1200" dirty="0">
                              <a:solidFill>
                                <a:srgbClr val="0C3D60"/>
                              </a:solidFill>
                            </a:rPr>
                            <a:t>components</a:t>
                          </a:r>
                        </a:p>
                      </p:txBody>
                    </p:sp>
                  </p:grpSp>
                </p:grpSp>
                <p:cxnSp>
                  <p:nvCxnSpPr>
                    <p:cNvPr id="84" name="Straight Arrow Connector 83">
                      <a:extLst>
                        <a:ext uri="{FF2B5EF4-FFF2-40B4-BE49-F238E27FC236}">
                          <a16:creationId xmlns:a16="http://schemas.microsoft.com/office/drawing/2014/main" id="{083FCBD6-70F4-3282-2A5A-DFB420E7BFB1}"/>
                        </a:ext>
                      </a:extLst>
                    </p:cNvPr>
                    <p:cNvCxnSpPr/>
                    <p:nvPr/>
                  </p:nvCxnSpPr>
                  <p:spPr>
                    <a:xfrm flipH="1">
                      <a:off x="1927997" y="3429000"/>
                      <a:ext cx="1" cy="47989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grpSp>
              <p:grpSp>
                <p:nvGrpSpPr>
                  <p:cNvPr id="21" name="Group 20">
                    <a:extLst>
                      <a:ext uri="{FF2B5EF4-FFF2-40B4-BE49-F238E27FC236}">
                        <a16:creationId xmlns:a16="http://schemas.microsoft.com/office/drawing/2014/main" id="{40553849-A321-C59A-AEF9-03116BC19ED5}"/>
                      </a:ext>
                    </a:extLst>
                  </p:cNvPr>
                  <p:cNvGrpSpPr/>
                  <p:nvPr/>
                </p:nvGrpSpPr>
                <p:grpSpPr>
                  <a:xfrm>
                    <a:off x="3897517" y="2528536"/>
                    <a:ext cx="1177047" cy="2193587"/>
                    <a:chOff x="1324650" y="3429000"/>
                    <a:chExt cx="1177047" cy="2193587"/>
                  </a:xfrm>
                </p:grpSpPr>
                <p:grpSp>
                  <p:nvGrpSpPr>
                    <p:cNvPr id="73" name="Group 72">
                      <a:extLst>
                        <a:ext uri="{FF2B5EF4-FFF2-40B4-BE49-F238E27FC236}">
                          <a16:creationId xmlns:a16="http://schemas.microsoft.com/office/drawing/2014/main" id="{1EF64207-78CF-1537-C79D-BCB5FB521D5D}"/>
                        </a:ext>
                      </a:extLst>
                    </p:cNvPr>
                    <p:cNvGrpSpPr/>
                    <p:nvPr/>
                  </p:nvGrpSpPr>
                  <p:grpSpPr>
                    <a:xfrm>
                      <a:off x="1324650" y="3908897"/>
                      <a:ext cx="1177047" cy="1713690"/>
                      <a:chOff x="1353830" y="3817090"/>
                      <a:chExt cx="1177047" cy="1713690"/>
                    </a:xfrm>
                  </p:grpSpPr>
                  <p:sp>
                    <p:nvSpPr>
                      <p:cNvPr id="75" name="Rectangle 74">
                        <a:extLst>
                          <a:ext uri="{FF2B5EF4-FFF2-40B4-BE49-F238E27FC236}">
                            <a16:creationId xmlns:a16="http://schemas.microsoft.com/office/drawing/2014/main" id="{7B919B4E-DE00-4155-68EE-5FC2DB6DCFC4}"/>
                          </a:ext>
                        </a:extLst>
                      </p:cNvPr>
                      <p:cNvSpPr/>
                      <p:nvPr/>
                    </p:nvSpPr>
                    <p:spPr>
                      <a:xfrm>
                        <a:off x="1353830" y="3817090"/>
                        <a:ext cx="1177047" cy="1713690"/>
                      </a:xfrm>
                      <a:prstGeom prst="rect">
                        <a:avLst/>
                      </a:prstGeom>
                      <a:ln w="19050">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kumimoji="1" lang="en-US" dirty="0">
                          <a:effectLst>
                            <a:outerShdw blurRad="38100" dist="38100" dir="2700000" algn="tl">
                              <a:srgbClr val="000000">
                                <a:alpha val="43137"/>
                              </a:srgbClr>
                            </a:outerShdw>
                          </a:effectLst>
                        </a:endParaRPr>
                      </a:p>
                    </p:txBody>
                  </p:sp>
                  <p:grpSp>
                    <p:nvGrpSpPr>
                      <p:cNvPr id="76" name="Group 75">
                        <a:extLst>
                          <a:ext uri="{FF2B5EF4-FFF2-40B4-BE49-F238E27FC236}">
                            <a16:creationId xmlns:a16="http://schemas.microsoft.com/office/drawing/2014/main" id="{E24B599A-5FCE-3ACB-780F-9EA856482A02}"/>
                          </a:ext>
                        </a:extLst>
                      </p:cNvPr>
                      <p:cNvGrpSpPr/>
                      <p:nvPr/>
                    </p:nvGrpSpPr>
                    <p:grpSpPr>
                      <a:xfrm>
                        <a:off x="1392742" y="3955913"/>
                        <a:ext cx="1070509" cy="1560643"/>
                        <a:chOff x="1394599" y="3946010"/>
                        <a:chExt cx="1070509" cy="1560643"/>
                      </a:xfrm>
                    </p:grpSpPr>
                    <p:grpSp>
                      <p:nvGrpSpPr>
                        <p:cNvPr id="77" name="Group 76">
                          <a:extLst>
                            <a:ext uri="{FF2B5EF4-FFF2-40B4-BE49-F238E27FC236}">
                              <a16:creationId xmlns:a16="http://schemas.microsoft.com/office/drawing/2014/main" id="{17E7FF58-CA7A-D80E-D2C8-0E46A95CF488}"/>
                            </a:ext>
                          </a:extLst>
                        </p:cNvPr>
                        <p:cNvGrpSpPr/>
                        <p:nvPr/>
                      </p:nvGrpSpPr>
                      <p:grpSpPr>
                        <a:xfrm>
                          <a:off x="1394599" y="3946010"/>
                          <a:ext cx="1066800" cy="1283644"/>
                          <a:chOff x="1548714" y="3943264"/>
                          <a:chExt cx="1066800" cy="1283644"/>
                        </a:xfrm>
                        <a:effectLst>
                          <a:glow rad="101600">
                            <a:schemeClr val="accent6">
                              <a:satMod val="175000"/>
                              <a:alpha val="40000"/>
                            </a:schemeClr>
                          </a:glow>
                        </a:effectLst>
                      </p:grpSpPr>
                      <p:sp>
                        <p:nvSpPr>
                          <p:cNvPr id="79" name="Rectangle 78">
                            <a:extLst>
                              <a:ext uri="{FF2B5EF4-FFF2-40B4-BE49-F238E27FC236}">
                                <a16:creationId xmlns:a16="http://schemas.microsoft.com/office/drawing/2014/main" id="{0AD79EC5-5BCE-F1B9-BD08-EFD5419298A1}"/>
                              </a:ext>
                            </a:extLst>
                          </p:cNvPr>
                          <p:cNvSpPr/>
                          <p:nvPr/>
                        </p:nvSpPr>
                        <p:spPr>
                          <a:xfrm>
                            <a:off x="1548714" y="39432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80" name="Rectangle 79">
                            <a:extLst>
                              <a:ext uri="{FF2B5EF4-FFF2-40B4-BE49-F238E27FC236}">
                                <a16:creationId xmlns:a16="http://schemas.microsoft.com/office/drawing/2014/main" id="{A816471A-9D88-8FEE-D5B6-5EA3B4F1AC66}"/>
                              </a:ext>
                            </a:extLst>
                          </p:cNvPr>
                          <p:cNvSpPr/>
                          <p:nvPr/>
                        </p:nvSpPr>
                        <p:spPr>
                          <a:xfrm>
                            <a:off x="1701114" y="40956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81" name="Rectangle 80">
                            <a:extLst>
                              <a:ext uri="{FF2B5EF4-FFF2-40B4-BE49-F238E27FC236}">
                                <a16:creationId xmlns:a16="http://schemas.microsoft.com/office/drawing/2014/main" id="{0BE67491-E8C8-FDB2-D32E-C49E0CEDEC49}"/>
                              </a:ext>
                            </a:extLst>
                          </p:cNvPr>
                          <p:cNvSpPr/>
                          <p:nvPr/>
                        </p:nvSpPr>
                        <p:spPr>
                          <a:xfrm>
                            <a:off x="1853514" y="42480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82" name="Rectangle 81">
                            <a:extLst>
                              <a:ext uri="{FF2B5EF4-FFF2-40B4-BE49-F238E27FC236}">
                                <a16:creationId xmlns:a16="http://schemas.microsoft.com/office/drawing/2014/main" id="{9B3DC2EE-1FC6-D3DD-E81D-30A2AA56257B}"/>
                              </a:ext>
                            </a:extLst>
                          </p:cNvPr>
                          <p:cNvSpPr/>
                          <p:nvPr/>
                        </p:nvSpPr>
                        <p:spPr>
                          <a:xfrm>
                            <a:off x="2005914" y="44004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grpSp>
                    <p:sp>
                      <p:nvSpPr>
                        <p:cNvPr id="78" name="TextBox 77">
                          <a:extLst>
                            <a:ext uri="{FF2B5EF4-FFF2-40B4-BE49-F238E27FC236}">
                              <a16:creationId xmlns:a16="http://schemas.microsoft.com/office/drawing/2014/main" id="{1521516B-0538-75C4-A9DA-8AA60E5EF090}"/>
                            </a:ext>
                          </a:extLst>
                        </p:cNvPr>
                        <p:cNvSpPr txBox="1"/>
                        <p:nvPr/>
                      </p:nvSpPr>
                      <p:spPr>
                        <a:xfrm>
                          <a:off x="1445277" y="5229654"/>
                          <a:ext cx="1019831" cy="276999"/>
                        </a:xfrm>
                        <a:prstGeom prst="rect">
                          <a:avLst/>
                        </a:prstGeom>
                        <a:noFill/>
                      </p:spPr>
                      <p:txBody>
                        <a:bodyPr wrap="none" rtlCol="0">
                          <a:spAutoFit/>
                        </a:bodyPr>
                        <a:lstStyle/>
                        <a:p>
                          <a:r>
                            <a:rPr lang="en-US" sz="1200" dirty="0">
                              <a:solidFill>
                                <a:srgbClr val="0C3D60"/>
                              </a:solidFill>
                            </a:rPr>
                            <a:t>components</a:t>
                          </a:r>
                        </a:p>
                      </p:txBody>
                    </p:sp>
                  </p:grpSp>
                </p:grpSp>
                <p:cxnSp>
                  <p:nvCxnSpPr>
                    <p:cNvPr id="74" name="Straight Arrow Connector 73">
                      <a:extLst>
                        <a:ext uri="{FF2B5EF4-FFF2-40B4-BE49-F238E27FC236}">
                          <a16:creationId xmlns:a16="http://schemas.microsoft.com/office/drawing/2014/main" id="{BE02DC89-DF2C-CDDB-2EC0-D8AC1CB888C2}"/>
                        </a:ext>
                      </a:extLst>
                    </p:cNvPr>
                    <p:cNvCxnSpPr/>
                    <p:nvPr/>
                  </p:nvCxnSpPr>
                  <p:spPr>
                    <a:xfrm flipH="1">
                      <a:off x="1927997" y="3429000"/>
                      <a:ext cx="1" cy="47989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grpSp>
              <p:grpSp>
                <p:nvGrpSpPr>
                  <p:cNvPr id="22" name="Group 21">
                    <a:extLst>
                      <a:ext uri="{FF2B5EF4-FFF2-40B4-BE49-F238E27FC236}">
                        <a16:creationId xmlns:a16="http://schemas.microsoft.com/office/drawing/2014/main" id="{A9E27953-D18B-0FE2-DEFD-202F0B9F5EB4}"/>
                      </a:ext>
                    </a:extLst>
                  </p:cNvPr>
                  <p:cNvGrpSpPr/>
                  <p:nvPr/>
                </p:nvGrpSpPr>
                <p:grpSpPr>
                  <a:xfrm>
                    <a:off x="6187597" y="2527297"/>
                    <a:ext cx="1177047" cy="2193587"/>
                    <a:chOff x="1324650" y="3429000"/>
                    <a:chExt cx="1177047" cy="2193587"/>
                  </a:xfrm>
                </p:grpSpPr>
                <p:grpSp>
                  <p:nvGrpSpPr>
                    <p:cNvPr id="63" name="Group 62">
                      <a:extLst>
                        <a:ext uri="{FF2B5EF4-FFF2-40B4-BE49-F238E27FC236}">
                          <a16:creationId xmlns:a16="http://schemas.microsoft.com/office/drawing/2014/main" id="{EB663831-3E10-89F6-4D99-703196C5A77C}"/>
                        </a:ext>
                      </a:extLst>
                    </p:cNvPr>
                    <p:cNvGrpSpPr/>
                    <p:nvPr/>
                  </p:nvGrpSpPr>
                  <p:grpSpPr>
                    <a:xfrm>
                      <a:off x="1324650" y="3908897"/>
                      <a:ext cx="1177047" cy="1713690"/>
                      <a:chOff x="1353830" y="3817090"/>
                      <a:chExt cx="1177047" cy="1713690"/>
                    </a:xfrm>
                  </p:grpSpPr>
                  <p:sp>
                    <p:nvSpPr>
                      <p:cNvPr id="65" name="Rectangle 64">
                        <a:extLst>
                          <a:ext uri="{FF2B5EF4-FFF2-40B4-BE49-F238E27FC236}">
                            <a16:creationId xmlns:a16="http://schemas.microsoft.com/office/drawing/2014/main" id="{58F63A24-6D44-242F-8064-2F466C86D1EC}"/>
                          </a:ext>
                        </a:extLst>
                      </p:cNvPr>
                      <p:cNvSpPr/>
                      <p:nvPr/>
                    </p:nvSpPr>
                    <p:spPr>
                      <a:xfrm>
                        <a:off x="1353830" y="3817090"/>
                        <a:ext cx="1177047" cy="1713690"/>
                      </a:xfrm>
                      <a:prstGeom prst="rect">
                        <a:avLst/>
                      </a:prstGeom>
                      <a:ln w="19050">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kumimoji="1" lang="en-US" dirty="0">
                          <a:effectLst>
                            <a:outerShdw blurRad="38100" dist="38100" dir="2700000" algn="tl">
                              <a:srgbClr val="000000">
                                <a:alpha val="43137"/>
                              </a:srgbClr>
                            </a:outerShdw>
                          </a:effectLst>
                        </a:endParaRPr>
                      </a:p>
                    </p:txBody>
                  </p:sp>
                  <p:grpSp>
                    <p:nvGrpSpPr>
                      <p:cNvPr id="66" name="Group 65">
                        <a:extLst>
                          <a:ext uri="{FF2B5EF4-FFF2-40B4-BE49-F238E27FC236}">
                            <a16:creationId xmlns:a16="http://schemas.microsoft.com/office/drawing/2014/main" id="{3EE588E0-25A4-EBB6-262E-EBD6FDA3CC47}"/>
                          </a:ext>
                        </a:extLst>
                      </p:cNvPr>
                      <p:cNvGrpSpPr/>
                      <p:nvPr/>
                    </p:nvGrpSpPr>
                    <p:grpSpPr>
                      <a:xfrm>
                        <a:off x="1392742" y="3955913"/>
                        <a:ext cx="1070509" cy="1560643"/>
                        <a:chOff x="1394599" y="3946010"/>
                        <a:chExt cx="1070509" cy="1560643"/>
                      </a:xfrm>
                    </p:grpSpPr>
                    <p:grpSp>
                      <p:nvGrpSpPr>
                        <p:cNvPr id="67" name="Group 66">
                          <a:extLst>
                            <a:ext uri="{FF2B5EF4-FFF2-40B4-BE49-F238E27FC236}">
                              <a16:creationId xmlns:a16="http://schemas.microsoft.com/office/drawing/2014/main" id="{68F68FD1-8D36-5E51-72C1-C67C636FDACC}"/>
                            </a:ext>
                          </a:extLst>
                        </p:cNvPr>
                        <p:cNvGrpSpPr/>
                        <p:nvPr/>
                      </p:nvGrpSpPr>
                      <p:grpSpPr>
                        <a:xfrm>
                          <a:off x="1394599" y="3946010"/>
                          <a:ext cx="1066800" cy="1283644"/>
                          <a:chOff x="1548714" y="3943264"/>
                          <a:chExt cx="1066800" cy="1283644"/>
                        </a:xfrm>
                        <a:effectLst>
                          <a:glow rad="101600">
                            <a:schemeClr val="accent6">
                              <a:satMod val="175000"/>
                              <a:alpha val="40000"/>
                            </a:schemeClr>
                          </a:glow>
                        </a:effectLst>
                      </p:grpSpPr>
                      <p:sp>
                        <p:nvSpPr>
                          <p:cNvPr id="69" name="Rectangle 68">
                            <a:extLst>
                              <a:ext uri="{FF2B5EF4-FFF2-40B4-BE49-F238E27FC236}">
                                <a16:creationId xmlns:a16="http://schemas.microsoft.com/office/drawing/2014/main" id="{5D6EE4C5-9105-619D-8B76-BE64D817F91F}"/>
                              </a:ext>
                            </a:extLst>
                          </p:cNvPr>
                          <p:cNvSpPr/>
                          <p:nvPr/>
                        </p:nvSpPr>
                        <p:spPr>
                          <a:xfrm>
                            <a:off x="1548714" y="39432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70" name="Rectangle 69">
                            <a:extLst>
                              <a:ext uri="{FF2B5EF4-FFF2-40B4-BE49-F238E27FC236}">
                                <a16:creationId xmlns:a16="http://schemas.microsoft.com/office/drawing/2014/main" id="{867C4390-EA1E-C9BC-1074-70E13D304ADD}"/>
                              </a:ext>
                            </a:extLst>
                          </p:cNvPr>
                          <p:cNvSpPr/>
                          <p:nvPr/>
                        </p:nvSpPr>
                        <p:spPr>
                          <a:xfrm>
                            <a:off x="1701114" y="40956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71" name="Rectangle 70">
                            <a:extLst>
                              <a:ext uri="{FF2B5EF4-FFF2-40B4-BE49-F238E27FC236}">
                                <a16:creationId xmlns:a16="http://schemas.microsoft.com/office/drawing/2014/main" id="{070FFF89-E9CA-BC8B-9DA7-089D94373F40}"/>
                              </a:ext>
                            </a:extLst>
                          </p:cNvPr>
                          <p:cNvSpPr/>
                          <p:nvPr/>
                        </p:nvSpPr>
                        <p:spPr>
                          <a:xfrm>
                            <a:off x="1853514" y="42480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72" name="Rectangle 71">
                            <a:extLst>
                              <a:ext uri="{FF2B5EF4-FFF2-40B4-BE49-F238E27FC236}">
                                <a16:creationId xmlns:a16="http://schemas.microsoft.com/office/drawing/2014/main" id="{14A0F97B-5E0D-11D7-5D49-9A20614C8181}"/>
                              </a:ext>
                            </a:extLst>
                          </p:cNvPr>
                          <p:cNvSpPr/>
                          <p:nvPr/>
                        </p:nvSpPr>
                        <p:spPr>
                          <a:xfrm>
                            <a:off x="2005914" y="44004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grpSp>
                    <p:sp>
                      <p:nvSpPr>
                        <p:cNvPr id="68" name="TextBox 67">
                          <a:extLst>
                            <a:ext uri="{FF2B5EF4-FFF2-40B4-BE49-F238E27FC236}">
                              <a16:creationId xmlns:a16="http://schemas.microsoft.com/office/drawing/2014/main" id="{91FA5C43-DDF2-F966-68EE-500A18761829}"/>
                            </a:ext>
                          </a:extLst>
                        </p:cNvPr>
                        <p:cNvSpPr txBox="1"/>
                        <p:nvPr/>
                      </p:nvSpPr>
                      <p:spPr>
                        <a:xfrm>
                          <a:off x="1445277" y="5229654"/>
                          <a:ext cx="1019831" cy="276999"/>
                        </a:xfrm>
                        <a:prstGeom prst="rect">
                          <a:avLst/>
                        </a:prstGeom>
                        <a:noFill/>
                      </p:spPr>
                      <p:txBody>
                        <a:bodyPr wrap="none" rtlCol="0">
                          <a:spAutoFit/>
                        </a:bodyPr>
                        <a:lstStyle/>
                        <a:p>
                          <a:r>
                            <a:rPr lang="en-US" sz="1200" dirty="0">
                              <a:solidFill>
                                <a:srgbClr val="0C3D60"/>
                              </a:solidFill>
                            </a:rPr>
                            <a:t>components</a:t>
                          </a:r>
                        </a:p>
                      </p:txBody>
                    </p:sp>
                  </p:grpSp>
                </p:grpSp>
                <p:cxnSp>
                  <p:nvCxnSpPr>
                    <p:cNvPr id="64" name="Straight Arrow Connector 63">
                      <a:extLst>
                        <a:ext uri="{FF2B5EF4-FFF2-40B4-BE49-F238E27FC236}">
                          <a16:creationId xmlns:a16="http://schemas.microsoft.com/office/drawing/2014/main" id="{7F7389FE-46CC-5305-734C-6991D9753432}"/>
                        </a:ext>
                      </a:extLst>
                    </p:cNvPr>
                    <p:cNvCxnSpPr/>
                    <p:nvPr/>
                  </p:nvCxnSpPr>
                  <p:spPr>
                    <a:xfrm flipH="1">
                      <a:off x="1927997" y="3429000"/>
                      <a:ext cx="1" cy="47989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grpSp>
              <p:cxnSp>
                <p:nvCxnSpPr>
                  <p:cNvPr id="23" name="Connector: Elbow 22">
                    <a:extLst>
                      <a:ext uri="{FF2B5EF4-FFF2-40B4-BE49-F238E27FC236}">
                        <a16:creationId xmlns:a16="http://schemas.microsoft.com/office/drawing/2014/main" id="{1D1526B8-B2AF-9889-F9B3-ED1BAC2CCC6D}"/>
                      </a:ext>
                    </a:extLst>
                  </p:cNvPr>
                  <p:cNvCxnSpPr>
                    <a:cxnSpLocks/>
                  </p:cNvCxnSpPr>
                  <p:nvPr/>
                </p:nvCxnSpPr>
                <p:spPr>
                  <a:xfrm>
                    <a:off x="6378909" y="1999708"/>
                    <a:ext cx="2318073" cy="161338"/>
                  </a:xfrm>
                  <a:prstGeom prst="bentConnector2">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24" name="Connector: Elbow 23">
                    <a:extLst>
                      <a:ext uri="{FF2B5EF4-FFF2-40B4-BE49-F238E27FC236}">
                        <a16:creationId xmlns:a16="http://schemas.microsoft.com/office/drawing/2014/main" id="{A5CD52AC-01EA-7445-E7DB-6C5750A2FAB9}"/>
                      </a:ext>
                    </a:extLst>
                  </p:cNvPr>
                  <p:cNvCxnSpPr>
                    <a:cxnSpLocks/>
                  </p:cNvCxnSpPr>
                  <p:nvPr/>
                </p:nvCxnSpPr>
                <p:spPr>
                  <a:xfrm>
                    <a:off x="8092544" y="1999708"/>
                    <a:ext cx="2318073" cy="161338"/>
                  </a:xfrm>
                  <a:prstGeom prst="bentConnector2">
                    <a:avLst/>
                  </a:prstGeom>
                  <a:ln>
                    <a:tailEnd type="triangle"/>
                  </a:ln>
                </p:spPr>
                <p:style>
                  <a:lnRef idx="3">
                    <a:schemeClr val="accent3"/>
                  </a:lnRef>
                  <a:fillRef idx="0">
                    <a:schemeClr val="accent3"/>
                  </a:fillRef>
                  <a:effectRef idx="2">
                    <a:schemeClr val="accent3"/>
                  </a:effectRef>
                  <a:fontRef idx="minor">
                    <a:schemeClr val="tx1"/>
                  </a:fontRef>
                </p:style>
              </p:cxnSp>
              <p:sp>
                <p:nvSpPr>
                  <p:cNvPr id="25" name="Rectangle 24">
                    <a:extLst>
                      <a:ext uri="{FF2B5EF4-FFF2-40B4-BE49-F238E27FC236}">
                        <a16:creationId xmlns:a16="http://schemas.microsoft.com/office/drawing/2014/main" id="{8D47C5C9-0FBC-5CA0-071C-8D37DE0D88CE}"/>
                      </a:ext>
                    </a:extLst>
                  </p:cNvPr>
                  <p:cNvSpPr/>
                  <p:nvPr/>
                </p:nvSpPr>
                <p:spPr>
                  <a:xfrm>
                    <a:off x="7979136" y="2142554"/>
                    <a:ext cx="1358291" cy="36512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sz="1000" b="1" dirty="0">
                        <a:effectLst>
                          <a:outerShdw blurRad="38100" dist="38100" dir="2700000" algn="tl">
                            <a:srgbClr val="000000">
                              <a:alpha val="43137"/>
                            </a:srgbClr>
                          </a:outerShdw>
                        </a:effectLst>
                      </a:rPr>
                      <a:t>Group#7(RTC)</a:t>
                    </a:r>
                  </a:p>
                </p:txBody>
              </p:sp>
              <p:sp>
                <p:nvSpPr>
                  <p:cNvPr id="26" name="Rectangle 25">
                    <a:extLst>
                      <a:ext uri="{FF2B5EF4-FFF2-40B4-BE49-F238E27FC236}">
                        <a16:creationId xmlns:a16="http://schemas.microsoft.com/office/drawing/2014/main" id="{B44B5554-DFF3-180F-B498-5CCA9171A8D8}"/>
                      </a:ext>
                    </a:extLst>
                  </p:cNvPr>
                  <p:cNvSpPr/>
                  <p:nvPr/>
                </p:nvSpPr>
                <p:spPr>
                  <a:xfrm>
                    <a:off x="9838816" y="2164904"/>
                    <a:ext cx="1358291" cy="36512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sz="1000" b="1" dirty="0">
                        <a:effectLst>
                          <a:outerShdw blurRad="38100" dist="38100" dir="2700000" algn="tl">
                            <a:srgbClr val="000000">
                              <a:alpha val="43137"/>
                            </a:srgbClr>
                          </a:outerShdw>
                        </a:effectLst>
                      </a:rPr>
                      <a:t>Group#8(MEET)</a:t>
                    </a:r>
                  </a:p>
                </p:txBody>
              </p:sp>
              <p:grpSp>
                <p:nvGrpSpPr>
                  <p:cNvPr id="27" name="Group 26">
                    <a:extLst>
                      <a:ext uri="{FF2B5EF4-FFF2-40B4-BE49-F238E27FC236}">
                        <a16:creationId xmlns:a16="http://schemas.microsoft.com/office/drawing/2014/main" id="{2C1CE8B9-1AEE-53A9-3EA4-106C2C4650A1}"/>
                      </a:ext>
                    </a:extLst>
                  </p:cNvPr>
                  <p:cNvGrpSpPr/>
                  <p:nvPr/>
                </p:nvGrpSpPr>
                <p:grpSpPr>
                  <a:xfrm>
                    <a:off x="8101541" y="2493864"/>
                    <a:ext cx="1177047" cy="2193587"/>
                    <a:chOff x="1324650" y="3429000"/>
                    <a:chExt cx="1177047" cy="2193587"/>
                  </a:xfrm>
                </p:grpSpPr>
                <p:grpSp>
                  <p:nvGrpSpPr>
                    <p:cNvPr id="53" name="Group 52">
                      <a:extLst>
                        <a:ext uri="{FF2B5EF4-FFF2-40B4-BE49-F238E27FC236}">
                          <a16:creationId xmlns:a16="http://schemas.microsoft.com/office/drawing/2014/main" id="{CA4254A0-6AF0-36D9-AABE-08D1F918B2CC}"/>
                        </a:ext>
                      </a:extLst>
                    </p:cNvPr>
                    <p:cNvGrpSpPr/>
                    <p:nvPr/>
                  </p:nvGrpSpPr>
                  <p:grpSpPr>
                    <a:xfrm>
                      <a:off x="1324650" y="3908897"/>
                      <a:ext cx="1177047" cy="1713690"/>
                      <a:chOff x="1353830" y="3817090"/>
                      <a:chExt cx="1177047" cy="1713690"/>
                    </a:xfrm>
                  </p:grpSpPr>
                  <p:sp>
                    <p:nvSpPr>
                      <p:cNvPr id="55" name="Rectangle 54">
                        <a:extLst>
                          <a:ext uri="{FF2B5EF4-FFF2-40B4-BE49-F238E27FC236}">
                            <a16:creationId xmlns:a16="http://schemas.microsoft.com/office/drawing/2014/main" id="{1E3EA4BD-9C25-817E-3C8F-4AFC514E2FD1}"/>
                          </a:ext>
                        </a:extLst>
                      </p:cNvPr>
                      <p:cNvSpPr/>
                      <p:nvPr/>
                    </p:nvSpPr>
                    <p:spPr>
                      <a:xfrm>
                        <a:off x="1353830" y="3817090"/>
                        <a:ext cx="1177047" cy="1713690"/>
                      </a:xfrm>
                      <a:prstGeom prst="rect">
                        <a:avLst/>
                      </a:prstGeom>
                      <a:ln w="19050">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kumimoji="1" lang="en-US" dirty="0">
                          <a:effectLst>
                            <a:outerShdw blurRad="38100" dist="38100" dir="2700000" algn="tl">
                              <a:srgbClr val="000000">
                                <a:alpha val="43137"/>
                              </a:srgbClr>
                            </a:outerShdw>
                          </a:effectLst>
                        </a:endParaRPr>
                      </a:p>
                    </p:txBody>
                  </p:sp>
                  <p:grpSp>
                    <p:nvGrpSpPr>
                      <p:cNvPr id="56" name="Group 55">
                        <a:extLst>
                          <a:ext uri="{FF2B5EF4-FFF2-40B4-BE49-F238E27FC236}">
                            <a16:creationId xmlns:a16="http://schemas.microsoft.com/office/drawing/2014/main" id="{2A27C875-6FD3-0360-0A7D-3A11319123CA}"/>
                          </a:ext>
                        </a:extLst>
                      </p:cNvPr>
                      <p:cNvGrpSpPr/>
                      <p:nvPr/>
                    </p:nvGrpSpPr>
                    <p:grpSpPr>
                      <a:xfrm>
                        <a:off x="1392742" y="3955913"/>
                        <a:ext cx="1070509" cy="1560643"/>
                        <a:chOff x="1394599" y="3946010"/>
                        <a:chExt cx="1070509" cy="1560643"/>
                      </a:xfrm>
                    </p:grpSpPr>
                    <p:grpSp>
                      <p:nvGrpSpPr>
                        <p:cNvPr id="57" name="Group 56">
                          <a:extLst>
                            <a:ext uri="{FF2B5EF4-FFF2-40B4-BE49-F238E27FC236}">
                              <a16:creationId xmlns:a16="http://schemas.microsoft.com/office/drawing/2014/main" id="{4A89A602-3F2E-2AD8-2318-B954963CC346}"/>
                            </a:ext>
                          </a:extLst>
                        </p:cNvPr>
                        <p:cNvGrpSpPr/>
                        <p:nvPr/>
                      </p:nvGrpSpPr>
                      <p:grpSpPr>
                        <a:xfrm>
                          <a:off x="1394599" y="3946010"/>
                          <a:ext cx="1066800" cy="1283644"/>
                          <a:chOff x="1548714" y="3943264"/>
                          <a:chExt cx="1066800" cy="1283644"/>
                        </a:xfrm>
                        <a:effectLst>
                          <a:glow rad="101600">
                            <a:schemeClr val="accent6">
                              <a:satMod val="175000"/>
                              <a:alpha val="40000"/>
                            </a:schemeClr>
                          </a:glow>
                        </a:effectLst>
                      </p:grpSpPr>
                      <p:sp>
                        <p:nvSpPr>
                          <p:cNvPr id="59" name="Rectangle 58">
                            <a:extLst>
                              <a:ext uri="{FF2B5EF4-FFF2-40B4-BE49-F238E27FC236}">
                                <a16:creationId xmlns:a16="http://schemas.microsoft.com/office/drawing/2014/main" id="{5CB255DD-BDB1-0C60-C09C-753B238EEDBD}"/>
                              </a:ext>
                            </a:extLst>
                          </p:cNvPr>
                          <p:cNvSpPr/>
                          <p:nvPr/>
                        </p:nvSpPr>
                        <p:spPr>
                          <a:xfrm>
                            <a:off x="1548714" y="39432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60" name="Rectangle 59">
                            <a:extLst>
                              <a:ext uri="{FF2B5EF4-FFF2-40B4-BE49-F238E27FC236}">
                                <a16:creationId xmlns:a16="http://schemas.microsoft.com/office/drawing/2014/main" id="{D76E5B90-1B9A-833F-20CC-DF05080F5E05}"/>
                              </a:ext>
                            </a:extLst>
                          </p:cNvPr>
                          <p:cNvSpPr/>
                          <p:nvPr/>
                        </p:nvSpPr>
                        <p:spPr>
                          <a:xfrm>
                            <a:off x="1701114" y="40956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61" name="Rectangle 60">
                            <a:extLst>
                              <a:ext uri="{FF2B5EF4-FFF2-40B4-BE49-F238E27FC236}">
                                <a16:creationId xmlns:a16="http://schemas.microsoft.com/office/drawing/2014/main" id="{186C2583-DC28-2C40-DCEA-78A1A6949A39}"/>
                              </a:ext>
                            </a:extLst>
                          </p:cNvPr>
                          <p:cNvSpPr/>
                          <p:nvPr/>
                        </p:nvSpPr>
                        <p:spPr>
                          <a:xfrm>
                            <a:off x="1853514" y="42480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62" name="Rectangle 61">
                            <a:extLst>
                              <a:ext uri="{FF2B5EF4-FFF2-40B4-BE49-F238E27FC236}">
                                <a16:creationId xmlns:a16="http://schemas.microsoft.com/office/drawing/2014/main" id="{D9A07846-2611-787B-BC4F-79A26E04A175}"/>
                              </a:ext>
                            </a:extLst>
                          </p:cNvPr>
                          <p:cNvSpPr/>
                          <p:nvPr/>
                        </p:nvSpPr>
                        <p:spPr>
                          <a:xfrm>
                            <a:off x="2005914" y="44004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grpSp>
                    <p:sp>
                      <p:nvSpPr>
                        <p:cNvPr id="58" name="TextBox 57">
                          <a:extLst>
                            <a:ext uri="{FF2B5EF4-FFF2-40B4-BE49-F238E27FC236}">
                              <a16:creationId xmlns:a16="http://schemas.microsoft.com/office/drawing/2014/main" id="{E95201C7-D5B6-C4BC-EA91-BAADE7A12FDA}"/>
                            </a:ext>
                          </a:extLst>
                        </p:cNvPr>
                        <p:cNvSpPr txBox="1"/>
                        <p:nvPr/>
                      </p:nvSpPr>
                      <p:spPr>
                        <a:xfrm>
                          <a:off x="1445277" y="5229654"/>
                          <a:ext cx="1019831" cy="276999"/>
                        </a:xfrm>
                        <a:prstGeom prst="rect">
                          <a:avLst/>
                        </a:prstGeom>
                        <a:noFill/>
                      </p:spPr>
                      <p:txBody>
                        <a:bodyPr wrap="none" rtlCol="0">
                          <a:spAutoFit/>
                        </a:bodyPr>
                        <a:lstStyle/>
                        <a:p>
                          <a:r>
                            <a:rPr lang="en-US" sz="1200" dirty="0">
                              <a:solidFill>
                                <a:srgbClr val="0C3D60"/>
                              </a:solidFill>
                            </a:rPr>
                            <a:t>components</a:t>
                          </a:r>
                        </a:p>
                      </p:txBody>
                    </p:sp>
                  </p:grpSp>
                </p:grpSp>
                <p:cxnSp>
                  <p:nvCxnSpPr>
                    <p:cNvPr id="54" name="Straight Arrow Connector 53">
                      <a:extLst>
                        <a:ext uri="{FF2B5EF4-FFF2-40B4-BE49-F238E27FC236}">
                          <a16:creationId xmlns:a16="http://schemas.microsoft.com/office/drawing/2014/main" id="{FF266A57-84E8-207C-E984-355D778A1F7C}"/>
                        </a:ext>
                      </a:extLst>
                    </p:cNvPr>
                    <p:cNvCxnSpPr/>
                    <p:nvPr/>
                  </p:nvCxnSpPr>
                  <p:spPr>
                    <a:xfrm flipH="1">
                      <a:off x="1927997" y="3429000"/>
                      <a:ext cx="1" cy="47989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grpSp>
              <p:grpSp>
                <p:nvGrpSpPr>
                  <p:cNvPr id="28" name="Group 27">
                    <a:extLst>
                      <a:ext uri="{FF2B5EF4-FFF2-40B4-BE49-F238E27FC236}">
                        <a16:creationId xmlns:a16="http://schemas.microsoft.com/office/drawing/2014/main" id="{7BD2157B-DA54-F50A-7B87-2C4B3A77B878}"/>
                      </a:ext>
                    </a:extLst>
                  </p:cNvPr>
                  <p:cNvGrpSpPr/>
                  <p:nvPr/>
                </p:nvGrpSpPr>
                <p:grpSpPr>
                  <a:xfrm>
                    <a:off x="9818037" y="2506423"/>
                    <a:ext cx="1177047" cy="2193587"/>
                    <a:chOff x="1324650" y="3429000"/>
                    <a:chExt cx="1177047" cy="2193587"/>
                  </a:xfrm>
                </p:grpSpPr>
                <p:grpSp>
                  <p:nvGrpSpPr>
                    <p:cNvPr id="43" name="Group 42">
                      <a:extLst>
                        <a:ext uri="{FF2B5EF4-FFF2-40B4-BE49-F238E27FC236}">
                          <a16:creationId xmlns:a16="http://schemas.microsoft.com/office/drawing/2014/main" id="{0B90CC4E-704D-1EAC-C904-C4DCFFE1E0A0}"/>
                        </a:ext>
                      </a:extLst>
                    </p:cNvPr>
                    <p:cNvGrpSpPr/>
                    <p:nvPr/>
                  </p:nvGrpSpPr>
                  <p:grpSpPr>
                    <a:xfrm>
                      <a:off x="1324650" y="3908897"/>
                      <a:ext cx="1177047" cy="1713690"/>
                      <a:chOff x="1353830" y="3817090"/>
                      <a:chExt cx="1177047" cy="1713690"/>
                    </a:xfrm>
                  </p:grpSpPr>
                  <p:sp>
                    <p:nvSpPr>
                      <p:cNvPr id="45" name="Rectangle 44">
                        <a:extLst>
                          <a:ext uri="{FF2B5EF4-FFF2-40B4-BE49-F238E27FC236}">
                            <a16:creationId xmlns:a16="http://schemas.microsoft.com/office/drawing/2014/main" id="{D1B456B2-EF4E-8503-A2F8-059F936F4E90}"/>
                          </a:ext>
                        </a:extLst>
                      </p:cNvPr>
                      <p:cNvSpPr/>
                      <p:nvPr/>
                    </p:nvSpPr>
                    <p:spPr>
                      <a:xfrm>
                        <a:off x="1353830" y="3817090"/>
                        <a:ext cx="1177047" cy="1713690"/>
                      </a:xfrm>
                      <a:prstGeom prst="rect">
                        <a:avLst/>
                      </a:prstGeom>
                      <a:ln w="19050">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kumimoji="1" lang="en-US" dirty="0">
                          <a:effectLst>
                            <a:outerShdw blurRad="38100" dist="38100" dir="2700000" algn="tl">
                              <a:srgbClr val="000000">
                                <a:alpha val="43137"/>
                              </a:srgbClr>
                            </a:outerShdw>
                          </a:effectLst>
                        </a:endParaRPr>
                      </a:p>
                    </p:txBody>
                  </p:sp>
                  <p:grpSp>
                    <p:nvGrpSpPr>
                      <p:cNvPr id="46" name="Group 45">
                        <a:extLst>
                          <a:ext uri="{FF2B5EF4-FFF2-40B4-BE49-F238E27FC236}">
                            <a16:creationId xmlns:a16="http://schemas.microsoft.com/office/drawing/2014/main" id="{8289F195-C308-443B-633C-3C342C1C9150}"/>
                          </a:ext>
                        </a:extLst>
                      </p:cNvPr>
                      <p:cNvGrpSpPr/>
                      <p:nvPr/>
                    </p:nvGrpSpPr>
                    <p:grpSpPr>
                      <a:xfrm>
                        <a:off x="1392742" y="3955913"/>
                        <a:ext cx="1070509" cy="1560643"/>
                        <a:chOff x="1394599" y="3946010"/>
                        <a:chExt cx="1070509" cy="1560643"/>
                      </a:xfrm>
                    </p:grpSpPr>
                    <p:grpSp>
                      <p:nvGrpSpPr>
                        <p:cNvPr id="47" name="Group 46">
                          <a:extLst>
                            <a:ext uri="{FF2B5EF4-FFF2-40B4-BE49-F238E27FC236}">
                              <a16:creationId xmlns:a16="http://schemas.microsoft.com/office/drawing/2014/main" id="{6EABF873-5D4E-C0E5-AF89-E0065ED091C5}"/>
                            </a:ext>
                          </a:extLst>
                        </p:cNvPr>
                        <p:cNvGrpSpPr/>
                        <p:nvPr/>
                      </p:nvGrpSpPr>
                      <p:grpSpPr>
                        <a:xfrm>
                          <a:off x="1394599" y="3946010"/>
                          <a:ext cx="1066800" cy="1283644"/>
                          <a:chOff x="1548714" y="3943264"/>
                          <a:chExt cx="1066800" cy="1283644"/>
                        </a:xfrm>
                        <a:effectLst>
                          <a:glow rad="101600">
                            <a:schemeClr val="accent6">
                              <a:satMod val="175000"/>
                              <a:alpha val="40000"/>
                            </a:schemeClr>
                          </a:glow>
                        </a:effectLst>
                      </p:grpSpPr>
                      <p:sp>
                        <p:nvSpPr>
                          <p:cNvPr id="49" name="Rectangle 48">
                            <a:extLst>
                              <a:ext uri="{FF2B5EF4-FFF2-40B4-BE49-F238E27FC236}">
                                <a16:creationId xmlns:a16="http://schemas.microsoft.com/office/drawing/2014/main" id="{1D509F3F-9379-DDB6-64C8-03A742968B74}"/>
                              </a:ext>
                            </a:extLst>
                          </p:cNvPr>
                          <p:cNvSpPr/>
                          <p:nvPr/>
                        </p:nvSpPr>
                        <p:spPr>
                          <a:xfrm>
                            <a:off x="1548714" y="39432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50" name="Rectangle 49">
                            <a:extLst>
                              <a:ext uri="{FF2B5EF4-FFF2-40B4-BE49-F238E27FC236}">
                                <a16:creationId xmlns:a16="http://schemas.microsoft.com/office/drawing/2014/main" id="{201E2E5E-C8BA-480A-B444-0899D70FD386}"/>
                              </a:ext>
                            </a:extLst>
                          </p:cNvPr>
                          <p:cNvSpPr/>
                          <p:nvPr/>
                        </p:nvSpPr>
                        <p:spPr>
                          <a:xfrm>
                            <a:off x="1701114" y="40956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51" name="Rectangle 50">
                            <a:extLst>
                              <a:ext uri="{FF2B5EF4-FFF2-40B4-BE49-F238E27FC236}">
                                <a16:creationId xmlns:a16="http://schemas.microsoft.com/office/drawing/2014/main" id="{B1EF1260-D2A2-6329-5136-83CBD79EB059}"/>
                              </a:ext>
                            </a:extLst>
                          </p:cNvPr>
                          <p:cNvSpPr/>
                          <p:nvPr/>
                        </p:nvSpPr>
                        <p:spPr>
                          <a:xfrm>
                            <a:off x="1853514" y="42480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52" name="Rectangle 51">
                            <a:extLst>
                              <a:ext uri="{FF2B5EF4-FFF2-40B4-BE49-F238E27FC236}">
                                <a16:creationId xmlns:a16="http://schemas.microsoft.com/office/drawing/2014/main" id="{EBA07382-67B4-0504-29DD-1B6E8F666C9F}"/>
                              </a:ext>
                            </a:extLst>
                          </p:cNvPr>
                          <p:cNvSpPr/>
                          <p:nvPr/>
                        </p:nvSpPr>
                        <p:spPr>
                          <a:xfrm>
                            <a:off x="2005914" y="440046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grpSp>
                    <p:sp>
                      <p:nvSpPr>
                        <p:cNvPr id="48" name="TextBox 47">
                          <a:extLst>
                            <a:ext uri="{FF2B5EF4-FFF2-40B4-BE49-F238E27FC236}">
                              <a16:creationId xmlns:a16="http://schemas.microsoft.com/office/drawing/2014/main" id="{3432BFA6-9692-C544-D9BE-3C57C440AD44}"/>
                            </a:ext>
                          </a:extLst>
                        </p:cNvPr>
                        <p:cNvSpPr txBox="1"/>
                        <p:nvPr/>
                      </p:nvSpPr>
                      <p:spPr>
                        <a:xfrm>
                          <a:off x="1445277" y="5229654"/>
                          <a:ext cx="1019831" cy="276999"/>
                        </a:xfrm>
                        <a:prstGeom prst="rect">
                          <a:avLst/>
                        </a:prstGeom>
                        <a:noFill/>
                      </p:spPr>
                      <p:txBody>
                        <a:bodyPr wrap="none" rtlCol="0">
                          <a:spAutoFit/>
                        </a:bodyPr>
                        <a:lstStyle/>
                        <a:p>
                          <a:r>
                            <a:rPr lang="en-US" sz="1200" dirty="0">
                              <a:solidFill>
                                <a:srgbClr val="0C3D60"/>
                              </a:solidFill>
                            </a:rPr>
                            <a:t>components</a:t>
                          </a:r>
                        </a:p>
                      </p:txBody>
                    </p:sp>
                  </p:grpSp>
                </p:grpSp>
                <p:cxnSp>
                  <p:nvCxnSpPr>
                    <p:cNvPr id="44" name="Straight Arrow Connector 43">
                      <a:extLst>
                        <a:ext uri="{FF2B5EF4-FFF2-40B4-BE49-F238E27FC236}">
                          <a16:creationId xmlns:a16="http://schemas.microsoft.com/office/drawing/2014/main" id="{CAAA25FE-24EB-FA21-0189-4BC2A6238A51}"/>
                        </a:ext>
                      </a:extLst>
                    </p:cNvPr>
                    <p:cNvCxnSpPr/>
                    <p:nvPr/>
                  </p:nvCxnSpPr>
                  <p:spPr>
                    <a:xfrm flipH="1">
                      <a:off x="1927997" y="3429000"/>
                      <a:ext cx="1" cy="47989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grpSp>
              <p:sp>
                <p:nvSpPr>
                  <p:cNvPr id="29" name="Right Brace 28">
                    <a:extLst>
                      <a:ext uri="{FF2B5EF4-FFF2-40B4-BE49-F238E27FC236}">
                        <a16:creationId xmlns:a16="http://schemas.microsoft.com/office/drawing/2014/main" id="{EA2FC110-EF93-A957-16F8-6725D026D902}"/>
                      </a:ext>
                    </a:extLst>
                  </p:cNvPr>
                  <p:cNvSpPr/>
                  <p:nvPr/>
                </p:nvSpPr>
                <p:spPr>
                  <a:xfrm rot="5400000">
                    <a:off x="5297636" y="3545421"/>
                    <a:ext cx="308777" cy="2836663"/>
                  </a:xfrm>
                  <a:prstGeom prst="rightBrace">
                    <a:avLst>
                      <a:gd name="adj1" fmla="val 8333"/>
                      <a:gd name="adj2" fmla="val 50244"/>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dirty="0"/>
                  </a:p>
                </p:txBody>
              </p:sp>
              <p:sp>
                <p:nvSpPr>
                  <p:cNvPr id="30" name="TextBox 29">
                    <a:extLst>
                      <a:ext uri="{FF2B5EF4-FFF2-40B4-BE49-F238E27FC236}">
                        <a16:creationId xmlns:a16="http://schemas.microsoft.com/office/drawing/2014/main" id="{8C662D35-C0E2-CFF3-CAF3-9D0510C08B39}"/>
                      </a:ext>
                    </a:extLst>
                  </p:cNvPr>
                  <p:cNvSpPr txBox="1"/>
                  <p:nvPr/>
                </p:nvSpPr>
                <p:spPr>
                  <a:xfrm>
                    <a:off x="4775144" y="5098548"/>
                    <a:ext cx="1479892" cy="276999"/>
                  </a:xfrm>
                  <a:prstGeom prst="rect">
                    <a:avLst/>
                  </a:prstGeom>
                  <a:noFill/>
                </p:spPr>
                <p:txBody>
                  <a:bodyPr wrap="none" rtlCol="0">
                    <a:spAutoFit/>
                  </a:bodyPr>
                  <a:lstStyle/>
                  <a:p>
                    <a:r>
                      <a:rPr lang="en-US" sz="1200" dirty="0"/>
                      <a:t>Application Groups</a:t>
                    </a:r>
                  </a:p>
                </p:txBody>
              </p:sp>
              <p:grpSp>
                <p:nvGrpSpPr>
                  <p:cNvPr id="31" name="Group 30">
                    <a:extLst>
                      <a:ext uri="{FF2B5EF4-FFF2-40B4-BE49-F238E27FC236}">
                        <a16:creationId xmlns:a16="http://schemas.microsoft.com/office/drawing/2014/main" id="{AF3B77E9-C69F-5891-4FE1-73E50DC26D46}"/>
                      </a:ext>
                    </a:extLst>
                  </p:cNvPr>
                  <p:cNvGrpSpPr/>
                  <p:nvPr/>
                </p:nvGrpSpPr>
                <p:grpSpPr>
                  <a:xfrm>
                    <a:off x="660836" y="4768956"/>
                    <a:ext cx="1136525" cy="628220"/>
                    <a:chOff x="660836" y="4768956"/>
                    <a:chExt cx="1136525" cy="628220"/>
                  </a:xfrm>
                </p:grpSpPr>
                <p:sp>
                  <p:nvSpPr>
                    <p:cNvPr id="41" name="Right Brace 40">
                      <a:extLst>
                        <a:ext uri="{FF2B5EF4-FFF2-40B4-BE49-F238E27FC236}">
                          <a16:creationId xmlns:a16="http://schemas.microsoft.com/office/drawing/2014/main" id="{6810BBEC-5E68-F1BA-58D0-8B53CA08765A}"/>
                        </a:ext>
                      </a:extLst>
                    </p:cNvPr>
                    <p:cNvSpPr/>
                    <p:nvPr/>
                  </p:nvSpPr>
                  <p:spPr>
                    <a:xfrm rot="5400000">
                      <a:off x="1013852" y="4415940"/>
                      <a:ext cx="403302" cy="1109333"/>
                    </a:xfrm>
                    <a:prstGeom prst="rightBrace">
                      <a:avLst>
                        <a:gd name="adj1" fmla="val 8333"/>
                        <a:gd name="adj2" fmla="val 50244"/>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dirty="0"/>
                    </a:p>
                  </p:txBody>
                </p:sp>
                <p:sp>
                  <p:nvSpPr>
                    <p:cNvPr id="42" name="TextBox 41">
                      <a:extLst>
                        <a:ext uri="{FF2B5EF4-FFF2-40B4-BE49-F238E27FC236}">
                          <a16:creationId xmlns:a16="http://schemas.microsoft.com/office/drawing/2014/main" id="{D40BD1EA-795A-1D45-177D-497461D4FD8F}"/>
                        </a:ext>
                      </a:extLst>
                    </p:cNvPr>
                    <p:cNvSpPr txBox="1"/>
                    <p:nvPr/>
                  </p:nvSpPr>
                  <p:spPr>
                    <a:xfrm>
                      <a:off x="708601" y="5120177"/>
                      <a:ext cx="1088760" cy="276999"/>
                    </a:xfrm>
                    <a:prstGeom prst="rect">
                      <a:avLst/>
                    </a:prstGeom>
                    <a:noFill/>
                  </p:spPr>
                  <p:txBody>
                    <a:bodyPr wrap="none" rtlCol="0">
                      <a:spAutoFit/>
                    </a:bodyPr>
                    <a:lstStyle/>
                    <a:p>
                      <a:r>
                        <a:rPr lang="en-US" sz="1200" dirty="0"/>
                        <a:t>Power Group</a:t>
                      </a:r>
                    </a:p>
                  </p:txBody>
                </p:sp>
              </p:grpSp>
              <p:grpSp>
                <p:nvGrpSpPr>
                  <p:cNvPr id="32" name="Group 31">
                    <a:extLst>
                      <a:ext uri="{FF2B5EF4-FFF2-40B4-BE49-F238E27FC236}">
                        <a16:creationId xmlns:a16="http://schemas.microsoft.com/office/drawing/2014/main" id="{2E0E52C5-BACF-5F74-5256-7679454FC067}"/>
                      </a:ext>
                    </a:extLst>
                  </p:cNvPr>
                  <p:cNvGrpSpPr/>
                  <p:nvPr/>
                </p:nvGrpSpPr>
                <p:grpSpPr>
                  <a:xfrm>
                    <a:off x="2227201" y="4857945"/>
                    <a:ext cx="1248735" cy="812886"/>
                    <a:chOff x="660836" y="4768956"/>
                    <a:chExt cx="1248735" cy="812886"/>
                  </a:xfrm>
                </p:grpSpPr>
                <p:sp>
                  <p:nvSpPr>
                    <p:cNvPr id="39" name="Right Brace 38">
                      <a:extLst>
                        <a:ext uri="{FF2B5EF4-FFF2-40B4-BE49-F238E27FC236}">
                          <a16:creationId xmlns:a16="http://schemas.microsoft.com/office/drawing/2014/main" id="{C4393174-5273-BFA7-CE1E-503654233A9F}"/>
                        </a:ext>
                      </a:extLst>
                    </p:cNvPr>
                    <p:cNvSpPr/>
                    <p:nvPr/>
                  </p:nvSpPr>
                  <p:spPr>
                    <a:xfrm rot="5400000">
                      <a:off x="1013852" y="4415940"/>
                      <a:ext cx="403302" cy="1109333"/>
                    </a:xfrm>
                    <a:prstGeom prst="rightBrace">
                      <a:avLst>
                        <a:gd name="adj1" fmla="val 8333"/>
                        <a:gd name="adj2" fmla="val 50244"/>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dirty="0"/>
                    </a:p>
                  </p:txBody>
                </p:sp>
                <p:sp>
                  <p:nvSpPr>
                    <p:cNvPr id="40" name="TextBox 39">
                      <a:extLst>
                        <a:ext uri="{FF2B5EF4-FFF2-40B4-BE49-F238E27FC236}">
                          <a16:creationId xmlns:a16="http://schemas.microsoft.com/office/drawing/2014/main" id="{CB0BAEC6-E36D-6A32-57D9-7C77C3F8655F}"/>
                        </a:ext>
                      </a:extLst>
                    </p:cNvPr>
                    <p:cNvSpPr txBox="1"/>
                    <p:nvPr/>
                  </p:nvSpPr>
                  <p:spPr>
                    <a:xfrm>
                      <a:off x="708601" y="5120177"/>
                      <a:ext cx="1200970" cy="461665"/>
                    </a:xfrm>
                    <a:prstGeom prst="rect">
                      <a:avLst/>
                    </a:prstGeom>
                    <a:noFill/>
                  </p:spPr>
                  <p:txBody>
                    <a:bodyPr wrap="none" rtlCol="0">
                      <a:spAutoFit/>
                    </a:bodyPr>
                    <a:lstStyle/>
                    <a:p>
                      <a:r>
                        <a:rPr lang="en-US" sz="1200" dirty="0"/>
                        <a:t>System control</a:t>
                      </a:r>
                    </a:p>
                    <a:p>
                      <a:r>
                        <a:rPr lang="en-US" sz="1200" dirty="0"/>
                        <a:t> Group</a:t>
                      </a:r>
                    </a:p>
                  </p:txBody>
                </p:sp>
              </p:grpSp>
              <p:grpSp>
                <p:nvGrpSpPr>
                  <p:cNvPr id="33" name="Group 32">
                    <a:extLst>
                      <a:ext uri="{FF2B5EF4-FFF2-40B4-BE49-F238E27FC236}">
                        <a16:creationId xmlns:a16="http://schemas.microsoft.com/office/drawing/2014/main" id="{3744AEDF-683C-93D5-8B07-83B8E6A88B3F}"/>
                      </a:ext>
                    </a:extLst>
                  </p:cNvPr>
                  <p:cNvGrpSpPr/>
                  <p:nvPr/>
                </p:nvGrpSpPr>
                <p:grpSpPr>
                  <a:xfrm>
                    <a:off x="8178277" y="4885675"/>
                    <a:ext cx="1109333" cy="628220"/>
                    <a:chOff x="660836" y="4768956"/>
                    <a:chExt cx="1109333" cy="628220"/>
                  </a:xfrm>
                </p:grpSpPr>
                <p:sp>
                  <p:nvSpPr>
                    <p:cNvPr id="37" name="Right Brace 36">
                      <a:extLst>
                        <a:ext uri="{FF2B5EF4-FFF2-40B4-BE49-F238E27FC236}">
                          <a16:creationId xmlns:a16="http://schemas.microsoft.com/office/drawing/2014/main" id="{B7F8BB06-D34A-3B2A-D1A4-0E4492EC83BE}"/>
                        </a:ext>
                      </a:extLst>
                    </p:cNvPr>
                    <p:cNvSpPr/>
                    <p:nvPr/>
                  </p:nvSpPr>
                  <p:spPr>
                    <a:xfrm rot="5400000">
                      <a:off x="1013852" y="4415940"/>
                      <a:ext cx="403302" cy="1109333"/>
                    </a:xfrm>
                    <a:prstGeom prst="rightBrace">
                      <a:avLst>
                        <a:gd name="adj1" fmla="val 8333"/>
                        <a:gd name="adj2" fmla="val 50244"/>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dirty="0"/>
                    </a:p>
                  </p:txBody>
                </p:sp>
                <p:sp>
                  <p:nvSpPr>
                    <p:cNvPr id="38" name="TextBox 37">
                      <a:extLst>
                        <a:ext uri="{FF2B5EF4-FFF2-40B4-BE49-F238E27FC236}">
                          <a16:creationId xmlns:a16="http://schemas.microsoft.com/office/drawing/2014/main" id="{12941E58-997A-885C-6A0F-07242CFD584E}"/>
                        </a:ext>
                      </a:extLst>
                    </p:cNvPr>
                    <p:cNvSpPr txBox="1"/>
                    <p:nvPr/>
                  </p:nvSpPr>
                  <p:spPr>
                    <a:xfrm>
                      <a:off x="708601" y="5120177"/>
                      <a:ext cx="967381" cy="276999"/>
                    </a:xfrm>
                    <a:prstGeom prst="rect">
                      <a:avLst/>
                    </a:prstGeom>
                    <a:noFill/>
                  </p:spPr>
                  <p:txBody>
                    <a:bodyPr wrap="none" rtlCol="0">
                      <a:spAutoFit/>
                    </a:bodyPr>
                    <a:lstStyle/>
                    <a:p>
                      <a:r>
                        <a:rPr lang="en-US" sz="1200" dirty="0"/>
                        <a:t>RTC Group</a:t>
                      </a:r>
                    </a:p>
                  </p:txBody>
                </p:sp>
              </p:grpSp>
              <p:grpSp>
                <p:nvGrpSpPr>
                  <p:cNvPr id="34" name="Group 33">
                    <a:extLst>
                      <a:ext uri="{FF2B5EF4-FFF2-40B4-BE49-F238E27FC236}">
                        <a16:creationId xmlns:a16="http://schemas.microsoft.com/office/drawing/2014/main" id="{E70822F8-672C-62C0-E360-071AF571FD35}"/>
                      </a:ext>
                    </a:extLst>
                  </p:cNvPr>
                  <p:cNvGrpSpPr/>
                  <p:nvPr/>
                </p:nvGrpSpPr>
                <p:grpSpPr>
                  <a:xfrm>
                    <a:off x="9868617" y="4838186"/>
                    <a:ext cx="1127356" cy="628220"/>
                    <a:chOff x="660836" y="4768956"/>
                    <a:chExt cx="1127356" cy="628220"/>
                  </a:xfrm>
                </p:grpSpPr>
                <p:sp>
                  <p:nvSpPr>
                    <p:cNvPr id="35" name="Right Brace 34">
                      <a:extLst>
                        <a:ext uri="{FF2B5EF4-FFF2-40B4-BE49-F238E27FC236}">
                          <a16:creationId xmlns:a16="http://schemas.microsoft.com/office/drawing/2014/main" id="{D8AC84BB-84E2-15D0-E2A2-4836505DEE7F}"/>
                        </a:ext>
                      </a:extLst>
                    </p:cNvPr>
                    <p:cNvSpPr/>
                    <p:nvPr/>
                  </p:nvSpPr>
                  <p:spPr>
                    <a:xfrm rot="5400000">
                      <a:off x="1013852" y="4415940"/>
                      <a:ext cx="403302" cy="1109333"/>
                    </a:xfrm>
                    <a:prstGeom prst="rightBrace">
                      <a:avLst>
                        <a:gd name="adj1" fmla="val 8333"/>
                        <a:gd name="adj2" fmla="val 50244"/>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dirty="0"/>
                    </a:p>
                  </p:txBody>
                </p:sp>
                <p:sp>
                  <p:nvSpPr>
                    <p:cNvPr id="36" name="TextBox 35">
                      <a:extLst>
                        <a:ext uri="{FF2B5EF4-FFF2-40B4-BE49-F238E27FC236}">
                          <a16:creationId xmlns:a16="http://schemas.microsoft.com/office/drawing/2014/main" id="{6BF8A089-DA95-ECCF-E1F5-35ACB84C6511}"/>
                        </a:ext>
                      </a:extLst>
                    </p:cNvPr>
                    <p:cNvSpPr txBox="1"/>
                    <p:nvPr/>
                  </p:nvSpPr>
                  <p:spPr>
                    <a:xfrm>
                      <a:off x="708601" y="5120177"/>
                      <a:ext cx="1079591" cy="276999"/>
                    </a:xfrm>
                    <a:prstGeom prst="rect">
                      <a:avLst/>
                    </a:prstGeom>
                    <a:noFill/>
                  </p:spPr>
                  <p:txBody>
                    <a:bodyPr wrap="none" rtlCol="0">
                      <a:spAutoFit/>
                    </a:bodyPr>
                    <a:lstStyle/>
                    <a:p>
                      <a:r>
                        <a:rPr lang="en-US" sz="1200" dirty="0"/>
                        <a:t>MEET Group</a:t>
                      </a:r>
                    </a:p>
                  </p:txBody>
                </p:sp>
              </p:grpSp>
            </p:grpSp>
          </p:grpSp>
        </p:grpSp>
      </p:grpSp>
    </p:spTree>
    <p:extLst>
      <p:ext uri="{BB962C8B-B14F-4D97-AF65-F5344CB8AC3E}">
        <p14:creationId xmlns:p14="http://schemas.microsoft.com/office/powerpoint/2010/main" val="1901012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46B07-47C7-44FF-01B4-2D2D227906D8}"/>
              </a:ext>
            </a:extLst>
          </p:cNvPr>
          <p:cNvSpPr>
            <a:spLocks noGrp="1"/>
          </p:cNvSpPr>
          <p:nvPr>
            <p:ph type="title"/>
          </p:nvPr>
        </p:nvSpPr>
        <p:spPr/>
        <p:txBody>
          <a:bodyPr/>
          <a:lstStyle/>
          <a:p>
            <a:r>
              <a:rPr lang="en-US" sz="1800" dirty="0"/>
              <a:t> </a:t>
            </a:r>
            <a:r>
              <a:rPr lang="en-US" sz="2400" dirty="0">
                <a:latin typeface="Times New Roman" panose="02020603050405020304" pitchFamily="18" charset="0"/>
                <a:cs typeface="Times New Roman" panose="02020603050405020304" pitchFamily="18" charset="0"/>
              </a:rPr>
              <a:t>EcuAppM – Group Container Properties</a:t>
            </a:r>
          </a:p>
        </p:txBody>
      </p:sp>
      <p:sp>
        <p:nvSpPr>
          <p:cNvPr id="3" name="Slide Number Placeholder 2">
            <a:extLst>
              <a:ext uri="{FF2B5EF4-FFF2-40B4-BE49-F238E27FC236}">
                <a16:creationId xmlns:a16="http://schemas.microsoft.com/office/drawing/2014/main" id="{0455E7A8-20FC-7FD7-7E74-9BFB15AA5828}"/>
              </a:ext>
            </a:extLst>
          </p:cNvPr>
          <p:cNvSpPr>
            <a:spLocks noGrp="1"/>
          </p:cNvSpPr>
          <p:nvPr>
            <p:ph type="sldNum" sz="quarter" idx="11"/>
          </p:nvPr>
        </p:nvSpPr>
        <p:spPr/>
        <p:txBody>
          <a:bodyPr/>
          <a:lstStyle/>
          <a:p>
            <a:pPr>
              <a:defRPr/>
            </a:pPr>
            <a:fld id="{976FD3BF-6627-4C73-B326-16A2F7B5A470}" type="slidenum">
              <a:rPr lang="en-US" smtClean="0"/>
              <a:pPr>
                <a:defRPr/>
              </a:pPr>
              <a:t>11</a:t>
            </a:fld>
            <a:endParaRPr lang="en-US" dirty="0"/>
          </a:p>
        </p:txBody>
      </p:sp>
      <p:sp>
        <p:nvSpPr>
          <p:cNvPr id="4" name="Rectangle 3">
            <a:extLst>
              <a:ext uri="{FF2B5EF4-FFF2-40B4-BE49-F238E27FC236}">
                <a16:creationId xmlns:a16="http://schemas.microsoft.com/office/drawing/2014/main" id="{9E30793C-A0D2-E235-7B93-EEA6CFD17F70}"/>
              </a:ext>
            </a:extLst>
          </p:cNvPr>
          <p:cNvSpPr/>
          <p:nvPr/>
        </p:nvSpPr>
        <p:spPr>
          <a:xfrm>
            <a:off x="535856" y="768096"/>
            <a:ext cx="10255712" cy="1815882"/>
          </a:xfrm>
          <a:prstGeom prst="rect">
            <a:avLst/>
          </a:prstGeom>
        </p:spPr>
        <p:txBody>
          <a:bodyPr wrap="square">
            <a:spAutoFit/>
          </a:bodyPr>
          <a:lstStyle/>
          <a:p>
            <a:pPr marL="742950" lvl="1" indent="-285750">
              <a:buFont typeface="Wingdings" panose="05000000000000000000" pitchFamily="2" charset="2"/>
              <a:buChar char="Ø"/>
            </a:pPr>
            <a:r>
              <a:rPr lang="en-US" sz="1600" dirty="0">
                <a:solidFill>
                  <a:schemeClr val="accent2">
                    <a:lumMod val="20000"/>
                    <a:lumOff val="80000"/>
                  </a:schemeClr>
                </a:solidFill>
                <a:latin typeface="Times New Roman" panose="02020603050405020304" pitchFamily="18" charset="0"/>
                <a:cs typeface="Times New Roman" panose="02020603050405020304" pitchFamily="18" charset="0"/>
              </a:rPr>
              <a:t>Activation Type</a:t>
            </a:r>
          </a:p>
          <a:p>
            <a:pPr lvl="1"/>
            <a:r>
              <a:rPr lang="en-US" sz="1600" dirty="0">
                <a:latin typeface="Times New Roman" panose="02020603050405020304" pitchFamily="18" charset="0"/>
                <a:cs typeface="Times New Roman" panose="02020603050405020304" pitchFamily="18" charset="0"/>
              </a:rPr>
              <a:t>       A group “Activation Type” can be configured as “ASYNCHRONUS” or “SYNCHRONUS”.</a:t>
            </a:r>
          </a:p>
          <a:p>
            <a:pPr lvl="1"/>
            <a:r>
              <a:rPr lang="en-US" sz="1600" dirty="0">
                <a:latin typeface="Times New Roman" panose="02020603050405020304" pitchFamily="18" charset="0"/>
                <a:cs typeface="Times New Roman" panose="02020603050405020304" pitchFamily="18" charset="0"/>
              </a:rPr>
              <a:t>       ASYNCHRONUS type groups will be activated in parallel example Group#2, Group#3 etc. will be activated</a:t>
            </a:r>
          </a:p>
          <a:p>
            <a:pPr lvl="1"/>
            <a:r>
              <a:rPr lang="en-US" sz="1600" dirty="0">
                <a:latin typeface="Times New Roman" panose="02020603050405020304" pitchFamily="18" charset="0"/>
                <a:cs typeface="Times New Roman" panose="02020603050405020304" pitchFamily="18" charset="0"/>
              </a:rPr>
              <a:t>       simultaneously.</a:t>
            </a:r>
          </a:p>
          <a:p>
            <a:pPr lvl="1"/>
            <a:r>
              <a:rPr lang="en-US" sz="1600" dirty="0">
                <a:latin typeface="Times New Roman" panose="02020603050405020304" pitchFamily="18" charset="0"/>
                <a:cs typeface="Times New Roman" panose="02020603050405020304" pitchFamily="18" charset="0"/>
              </a:rPr>
              <a:t>      SYNCHRONUS groups will be activated in sequential manner example after Group#2 activation confirmation</a:t>
            </a:r>
          </a:p>
          <a:p>
            <a:pPr lvl="1"/>
            <a:r>
              <a:rPr lang="en-US" sz="1600" dirty="0">
                <a:latin typeface="Times New Roman" panose="02020603050405020304" pitchFamily="18" charset="0"/>
                <a:cs typeface="Times New Roman" panose="02020603050405020304" pitchFamily="18" charset="0"/>
              </a:rPr>
              <a:t>      Group#3 will be activated.  </a:t>
            </a:r>
            <a:endParaRPr lang="en-US" sz="1600" dirty="0">
              <a:solidFill>
                <a:srgbClr val="000000"/>
              </a:solidFill>
              <a:latin typeface="Times New Roman" panose="02020603050405020304" pitchFamily="18" charset="0"/>
              <a:cs typeface="Times New Roman" panose="02020603050405020304" pitchFamily="18" charset="0"/>
            </a:endParaRPr>
          </a:p>
          <a:p>
            <a:pPr lvl="1"/>
            <a:endParaRPr lang="en-US" sz="1600" dirty="0">
              <a:solidFill>
                <a:srgbClr val="000000"/>
              </a:solidFill>
              <a:latin typeface="Times New Roman" panose="02020603050405020304" pitchFamily="18" charset="0"/>
              <a:cs typeface="Times New Roman" panose="02020603050405020304" pitchFamily="18" charset="0"/>
            </a:endParaRPr>
          </a:p>
        </p:txBody>
      </p:sp>
      <p:grpSp>
        <p:nvGrpSpPr>
          <p:cNvPr id="61" name="Group 60">
            <a:extLst>
              <a:ext uri="{FF2B5EF4-FFF2-40B4-BE49-F238E27FC236}">
                <a16:creationId xmlns:a16="http://schemas.microsoft.com/office/drawing/2014/main" id="{C5B8D6EB-6EAF-A2A6-A584-3479FE2A076E}"/>
              </a:ext>
            </a:extLst>
          </p:cNvPr>
          <p:cNvGrpSpPr/>
          <p:nvPr/>
        </p:nvGrpSpPr>
        <p:grpSpPr>
          <a:xfrm>
            <a:off x="1527055" y="3240199"/>
            <a:ext cx="7526265" cy="2849705"/>
            <a:chOff x="1106431" y="3240296"/>
            <a:chExt cx="7526265" cy="2849705"/>
          </a:xfrm>
        </p:grpSpPr>
        <p:cxnSp>
          <p:nvCxnSpPr>
            <p:cNvPr id="16" name="Straight Connector 15">
              <a:extLst>
                <a:ext uri="{FF2B5EF4-FFF2-40B4-BE49-F238E27FC236}">
                  <a16:creationId xmlns:a16="http://schemas.microsoft.com/office/drawing/2014/main" id="{28DB21D2-54C7-9640-837D-0CD680E65D29}"/>
                </a:ext>
              </a:extLst>
            </p:cNvPr>
            <p:cNvCxnSpPr/>
            <p:nvPr/>
          </p:nvCxnSpPr>
          <p:spPr>
            <a:xfrm>
              <a:off x="2112263" y="5266944"/>
              <a:ext cx="109729" cy="0"/>
            </a:xfrm>
            <a:prstGeom prst="line">
              <a:avLst/>
            </a:prstGeom>
            <a:ln w="38100">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37461FA-0242-108E-C910-6457FBE49F0E}"/>
                </a:ext>
              </a:extLst>
            </p:cNvPr>
            <p:cNvCxnSpPr/>
            <p:nvPr/>
          </p:nvCxnSpPr>
          <p:spPr>
            <a:xfrm>
              <a:off x="2118358" y="4797552"/>
              <a:ext cx="109729" cy="0"/>
            </a:xfrm>
            <a:prstGeom prst="line">
              <a:avLst/>
            </a:prstGeom>
            <a:ln w="38100">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C59AEEC-0D3D-399E-CAD6-E7132A9CBE76}"/>
                </a:ext>
              </a:extLst>
            </p:cNvPr>
            <p:cNvCxnSpPr/>
            <p:nvPr/>
          </p:nvCxnSpPr>
          <p:spPr>
            <a:xfrm>
              <a:off x="2124453" y="4364736"/>
              <a:ext cx="109729" cy="0"/>
            </a:xfrm>
            <a:prstGeom prst="line">
              <a:avLst/>
            </a:prstGeom>
            <a:ln w="38100">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643C3BA-0230-9006-440A-5C0DF3E0BB25}"/>
                </a:ext>
              </a:extLst>
            </p:cNvPr>
            <p:cNvCxnSpPr/>
            <p:nvPr/>
          </p:nvCxnSpPr>
          <p:spPr>
            <a:xfrm>
              <a:off x="2124450" y="3913632"/>
              <a:ext cx="109729" cy="0"/>
            </a:xfrm>
            <a:prstGeom prst="line">
              <a:avLst/>
            </a:prstGeom>
            <a:ln w="38100">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738A594-C41D-F0F1-D348-BF0C77B3B1FF}"/>
                </a:ext>
              </a:extLst>
            </p:cNvPr>
            <p:cNvCxnSpPr/>
            <p:nvPr/>
          </p:nvCxnSpPr>
          <p:spPr>
            <a:xfrm>
              <a:off x="2706624" y="5672657"/>
              <a:ext cx="0" cy="105778"/>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7BE2379-0064-EE6D-475C-D64F5BBBA27A}"/>
                </a:ext>
              </a:extLst>
            </p:cNvPr>
            <p:cNvCxnSpPr/>
            <p:nvPr/>
          </p:nvCxnSpPr>
          <p:spPr>
            <a:xfrm>
              <a:off x="3480816" y="5669609"/>
              <a:ext cx="0" cy="105778"/>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AFBA032-DA45-6594-E085-065CC8D8104A}"/>
                </a:ext>
              </a:extLst>
            </p:cNvPr>
            <p:cNvCxnSpPr/>
            <p:nvPr/>
          </p:nvCxnSpPr>
          <p:spPr>
            <a:xfrm>
              <a:off x="4262236" y="5669609"/>
              <a:ext cx="0" cy="105778"/>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25209C0-7197-AE37-99D0-BFA9214B5028}"/>
                </a:ext>
              </a:extLst>
            </p:cNvPr>
            <p:cNvCxnSpPr/>
            <p:nvPr/>
          </p:nvCxnSpPr>
          <p:spPr>
            <a:xfrm>
              <a:off x="5117402" y="5669609"/>
              <a:ext cx="0" cy="105778"/>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E4F6F5E-0D99-9700-659D-161A566E5CFF}"/>
                </a:ext>
              </a:extLst>
            </p:cNvPr>
            <p:cNvCxnSpPr/>
            <p:nvPr/>
          </p:nvCxnSpPr>
          <p:spPr>
            <a:xfrm>
              <a:off x="5919026" y="5657417"/>
              <a:ext cx="0" cy="105778"/>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BA08704-5F89-91D2-EFF7-3BC1D9870A70}"/>
                </a:ext>
              </a:extLst>
            </p:cNvPr>
            <p:cNvCxnSpPr/>
            <p:nvPr/>
          </p:nvCxnSpPr>
          <p:spPr>
            <a:xfrm>
              <a:off x="6724644" y="5669609"/>
              <a:ext cx="0" cy="105778"/>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89DA964E-D16D-8D6B-10E7-C5D2DBD5A5F1}"/>
                </a:ext>
              </a:extLst>
            </p:cNvPr>
            <p:cNvGrpSpPr/>
            <p:nvPr/>
          </p:nvGrpSpPr>
          <p:grpSpPr>
            <a:xfrm>
              <a:off x="1106431" y="3240296"/>
              <a:ext cx="7526265" cy="2849705"/>
              <a:chOff x="1088143" y="3246120"/>
              <a:chExt cx="7526265" cy="2849705"/>
            </a:xfrm>
          </p:grpSpPr>
          <p:cxnSp>
            <p:nvCxnSpPr>
              <p:cNvPr id="7" name="Straight Arrow Connector 6">
                <a:extLst>
                  <a:ext uri="{FF2B5EF4-FFF2-40B4-BE49-F238E27FC236}">
                    <a16:creationId xmlns:a16="http://schemas.microsoft.com/office/drawing/2014/main" id="{3C4AEB10-CB58-8F2A-29EC-1E798632682A}"/>
                  </a:ext>
                </a:extLst>
              </p:cNvPr>
              <p:cNvCxnSpPr>
                <a:cxnSpLocks/>
              </p:cNvCxnSpPr>
              <p:nvPr/>
            </p:nvCxnSpPr>
            <p:spPr>
              <a:xfrm flipV="1">
                <a:off x="2157984" y="3246120"/>
                <a:ext cx="0" cy="2514600"/>
              </a:xfrm>
              <a:prstGeom prst="straightConnector1">
                <a:avLst/>
              </a:prstGeom>
              <a:ln w="25400">
                <a:solidFill>
                  <a:schemeClr val="accent2">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EAD8E1E-4888-BDAA-D46B-30AF1F26CB01}"/>
                  </a:ext>
                </a:extLst>
              </p:cNvPr>
              <p:cNvCxnSpPr>
                <a:cxnSpLocks/>
              </p:cNvCxnSpPr>
              <p:nvPr/>
            </p:nvCxnSpPr>
            <p:spPr>
              <a:xfrm flipV="1">
                <a:off x="2167888" y="5727618"/>
                <a:ext cx="6446520" cy="24055"/>
              </a:xfrm>
              <a:prstGeom prst="straightConnector1">
                <a:avLst/>
              </a:prstGeom>
              <a:ln w="25400">
                <a:solidFill>
                  <a:schemeClr val="accent2">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C06BD8F2-7D0F-20F4-BF18-706C218541D9}"/>
                  </a:ext>
                </a:extLst>
              </p:cNvPr>
              <p:cNvSpPr txBox="1"/>
              <p:nvPr/>
            </p:nvSpPr>
            <p:spPr>
              <a:xfrm>
                <a:off x="1100329" y="5526912"/>
                <a:ext cx="1005833" cy="278956"/>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Inactive</a:t>
                </a:r>
              </a:p>
            </p:txBody>
          </p:sp>
          <p:sp>
            <p:nvSpPr>
              <p:cNvPr id="22" name="TextBox 21">
                <a:extLst>
                  <a:ext uri="{FF2B5EF4-FFF2-40B4-BE49-F238E27FC236}">
                    <a16:creationId xmlns:a16="http://schemas.microsoft.com/office/drawing/2014/main" id="{E27B807B-1E6F-7BF9-F1D2-AE14BCC5A816}"/>
                  </a:ext>
                </a:extLst>
              </p:cNvPr>
              <p:cNvSpPr txBox="1"/>
              <p:nvPr/>
            </p:nvSpPr>
            <p:spPr>
              <a:xfrm>
                <a:off x="1088143" y="5126488"/>
                <a:ext cx="932690" cy="278956"/>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Init</a:t>
                </a:r>
              </a:p>
            </p:txBody>
          </p:sp>
          <p:sp>
            <p:nvSpPr>
              <p:cNvPr id="23" name="TextBox 22">
                <a:extLst>
                  <a:ext uri="{FF2B5EF4-FFF2-40B4-BE49-F238E27FC236}">
                    <a16:creationId xmlns:a16="http://schemas.microsoft.com/office/drawing/2014/main" id="{D7CF20AF-1C14-2E07-00F2-9A4644F0677D}"/>
                  </a:ext>
                </a:extLst>
              </p:cNvPr>
              <p:cNvSpPr txBox="1"/>
              <p:nvPr/>
            </p:nvSpPr>
            <p:spPr>
              <a:xfrm>
                <a:off x="1100329" y="4641740"/>
                <a:ext cx="932690" cy="278956"/>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Activation</a:t>
                </a:r>
              </a:p>
            </p:txBody>
          </p:sp>
          <p:sp>
            <p:nvSpPr>
              <p:cNvPr id="24" name="TextBox 23">
                <a:extLst>
                  <a:ext uri="{FF2B5EF4-FFF2-40B4-BE49-F238E27FC236}">
                    <a16:creationId xmlns:a16="http://schemas.microsoft.com/office/drawing/2014/main" id="{32CDEFB8-50B2-05DD-E3E2-011F224505F4}"/>
                  </a:ext>
                </a:extLst>
              </p:cNvPr>
              <p:cNvSpPr txBox="1"/>
              <p:nvPr/>
            </p:nvSpPr>
            <p:spPr>
              <a:xfrm>
                <a:off x="1100329" y="4207818"/>
                <a:ext cx="932689" cy="278955"/>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Active</a:t>
                </a:r>
              </a:p>
            </p:txBody>
          </p:sp>
          <p:sp>
            <p:nvSpPr>
              <p:cNvPr id="25" name="TextBox 24">
                <a:extLst>
                  <a:ext uri="{FF2B5EF4-FFF2-40B4-BE49-F238E27FC236}">
                    <a16:creationId xmlns:a16="http://schemas.microsoft.com/office/drawing/2014/main" id="{520C6330-D8E7-4739-51AE-2C59BF049D04}"/>
                  </a:ext>
                </a:extLst>
              </p:cNvPr>
              <p:cNvSpPr txBox="1"/>
              <p:nvPr/>
            </p:nvSpPr>
            <p:spPr>
              <a:xfrm>
                <a:off x="1100329" y="3764398"/>
                <a:ext cx="981461"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Deactivation</a:t>
                </a:r>
              </a:p>
            </p:txBody>
          </p:sp>
          <p:sp>
            <p:nvSpPr>
              <p:cNvPr id="29" name="TextBox 28">
                <a:extLst>
                  <a:ext uri="{FF2B5EF4-FFF2-40B4-BE49-F238E27FC236}">
                    <a16:creationId xmlns:a16="http://schemas.microsoft.com/office/drawing/2014/main" id="{0D52ED9E-C47B-53FC-3A85-0FE35B52C8B9}"/>
                  </a:ext>
                </a:extLst>
              </p:cNvPr>
              <p:cNvSpPr txBox="1"/>
              <p:nvPr/>
            </p:nvSpPr>
            <p:spPr>
              <a:xfrm>
                <a:off x="2386585" y="5812905"/>
                <a:ext cx="795523"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Group#0</a:t>
                </a:r>
              </a:p>
            </p:txBody>
          </p:sp>
          <p:sp>
            <p:nvSpPr>
              <p:cNvPr id="30" name="TextBox 29">
                <a:extLst>
                  <a:ext uri="{FF2B5EF4-FFF2-40B4-BE49-F238E27FC236}">
                    <a16:creationId xmlns:a16="http://schemas.microsoft.com/office/drawing/2014/main" id="{AFFA93DD-5B04-6CE3-34E1-317C9FE54AFD}"/>
                  </a:ext>
                </a:extLst>
              </p:cNvPr>
              <p:cNvSpPr txBox="1"/>
              <p:nvPr/>
            </p:nvSpPr>
            <p:spPr>
              <a:xfrm>
                <a:off x="3139246" y="5816439"/>
                <a:ext cx="795523"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Group#1</a:t>
                </a:r>
              </a:p>
            </p:txBody>
          </p:sp>
          <p:sp>
            <p:nvSpPr>
              <p:cNvPr id="31" name="TextBox 30">
                <a:extLst>
                  <a:ext uri="{FF2B5EF4-FFF2-40B4-BE49-F238E27FC236}">
                    <a16:creationId xmlns:a16="http://schemas.microsoft.com/office/drawing/2014/main" id="{BA35723B-45C7-1C37-8B13-747D3DF99324}"/>
                  </a:ext>
                </a:extLst>
              </p:cNvPr>
              <p:cNvSpPr txBox="1"/>
              <p:nvPr/>
            </p:nvSpPr>
            <p:spPr>
              <a:xfrm>
                <a:off x="3937627" y="5812905"/>
                <a:ext cx="795523"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Group#2</a:t>
                </a:r>
              </a:p>
            </p:txBody>
          </p:sp>
          <p:sp>
            <p:nvSpPr>
              <p:cNvPr id="32" name="TextBox 31">
                <a:extLst>
                  <a:ext uri="{FF2B5EF4-FFF2-40B4-BE49-F238E27FC236}">
                    <a16:creationId xmlns:a16="http://schemas.microsoft.com/office/drawing/2014/main" id="{74A0EF7D-4C3B-643E-1C18-C075EE7423A5}"/>
                  </a:ext>
                </a:extLst>
              </p:cNvPr>
              <p:cNvSpPr txBox="1"/>
              <p:nvPr/>
            </p:nvSpPr>
            <p:spPr>
              <a:xfrm>
                <a:off x="4803463" y="5816439"/>
                <a:ext cx="795523"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Group#3</a:t>
                </a:r>
              </a:p>
            </p:txBody>
          </p:sp>
          <p:sp>
            <p:nvSpPr>
              <p:cNvPr id="36" name="TextBox 35">
                <a:extLst>
                  <a:ext uri="{FF2B5EF4-FFF2-40B4-BE49-F238E27FC236}">
                    <a16:creationId xmlns:a16="http://schemas.microsoft.com/office/drawing/2014/main" id="{4A7C3043-3A9E-D92F-A6DE-C244B018E5E6}"/>
                  </a:ext>
                </a:extLst>
              </p:cNvPr>
              <p:cNvSpPr txBox="1"/>
              <p:nvPr/>
            </p:nvSpPr>
            <p:spPr>
              <a:xfrm>
                <a:off x="5583556" y="5802820"/>
                <a:ext cx="795523"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Group#4</a:t>
                </a:r>
              </a:p>
            </p:txBody>
          </p:sp>
          <p:sp>
            <p:nvSpPr>
              <p:cNvPr id="48" name="TextBox 47">
                <a:extLst>
                  <a:ext uri="{FF2B5EF4-FFF2-40B4-BE49-F238E27FC236}">
                    <a16:creationId xmlns:a16="http://schemas.microsoft.com/office/drawing/2014/main" id="{8C7A6149-40B6-5FE4-B8A2-8B9077DF492A}"/>
                  </a:ext>
                </a:extLst>
              </p:cNvPr>
              <p:cNvSpPr txBox="1"/>
              <p:nvPr/>
            </p:nvSpPr>
            <p:spPr>
              <a:xfrm>
                <a:off x="6354505" y="5818826"/>
                <a:ext cx="795523"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Group#5</a:t>
                </a:r>
              </a:p>
            </p:txBody>
          </p:sp>
        </p:grpSp>
        <p:cxnSp>
          <p:nvCxnSpPr>
            <p:cNvPr id="51" name="Straight Arrow Connector 50">
              <a:extLst>
                <a:ext uri="{FF2B5EF4-FFF2-40B4-BE49-F238E27FC236}">
                  <a16:creationId xmlns:a16="http://schemas.microsoft.com/office/drawing/2014/main" id="{D35003D6-E153-36B2-DC7A-61A55237CCE0}"/>
                </a:ext>
              </a:extLst>
            </p:cNvPr>
            <p:cNvCxnSpPr/>
            <p:nvPr/>
          </p:nvCxnSpPr>
          <p:spPr>
            <a:xfrm flipV="1">
              <a:off x="2706624" y="4348273"/>
              <a:ext cx="0" cy="1360960"/>
            </a:xfrm>
            <a:prstGeom prst="straightConnector1">
              <a:avLst/>
            </a:prstGeom>
            <a:ln>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A49611DE-35AE-53BB-CBC7-71BF1050E7BE}"/>
                </a:ext>
              </a:extLst>
            </p:cNvPr>
            <p:cNvCxnSpPr>
              <a:cxnSpLocks/>
            </p:cNvCxnSpPr>
            <p:nvPr/>
          </p:nvCxnSpPr>
          <p:spPr>
            <a:xfrm flipV="1">
              <a:off x="3480816" y="4342449"/>
              <a:ext cx="0" cy="1432938"/>
            </a:xfrm>
            <a:prstGeom prst="straightConnector1">
              <a:avLst/>
            </a:prstGeom>
            <a:ln>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B86FA597-4698-01FB-0968-C4FBF4D783EF}"/>
                </a:ext>
              </a:extLst>
            </p:cNvPr>
            <p:cNvCxnSpPr>
              <a:cxnSpLocks/>
            </p:cNvCxnSpPr>
            <p:nvPr/>
          </p:nvCxnSpPr>
          <p:spPr>
            <a:xfrm flipV="1">
              <a:off x="5919026" y="4312911"/>
              <a:ext cx="0" cy="1432938"/>
            </a:xfrm>
            <a:prstGeom prst="straightConnector1">
              <a:avLst/>
            </a:prstGeom>
            <a:ln>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F6B9A4A9-3C37-FAC4-CC90-5CB6FE4971BC}"/>
                </a:ext>
              </a:extLst>
            </p:cNvPr>
            <p:cNvCxnSpPr>
              <a:cxnSpLocks/>
            </p:cNvCxnSpPr>
            <p:nvPr/>
          </p:nvCxnSpPr>
          <p:spPr>
            <a:xfrm flipV="1">
              <a:off x="4262236" y="5120664"/>
              <a:ext cx="0" cy="601130"/>
            </a:xfrm>
            <a:prstGeom prst="straightConnector1">
              <a:avLst/>
            </a:prstGeom>
            <a:ln>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ADB8A8AE-C29D-04A6-809F-FD1761970D1C}"/>
                </a:ext>
              </a:extLst>
            </p:cNvPr>
            <p:cNvCxnSpPr>
              <a:cxnSpLocks/>
            </p:cNvCxnSpPr>
            <p:nvPr/>
          </p:nvCxnSpPr>
          <p:spPr>
            <a:xfrm flipV="1">
              <a:off x="5117402" y="4797552"/>
              <a:ext cx="0" cy="977835"/>
            </a:xfrm>
            <a:prstGeom prst="straightConnector1">
              <a:avLst/>
            </a:prstGeom>
            <a:ln>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DEC64280-C2C2-A880-22CF-371F680B22DF}"/>
                </a:ext>
              </a:extLst>
            </p:cNvPr>
            <p:cNvCxnSpPr>
              <a:cxnSpLocks/>
            </p:cNvCxnSpPr>
            <p:nvPr/>
          </p:nvCxnSpPr>
          <p:spPr>
            <a:xfrm flipV="1">
              <a:off x="6724644" y="4797552"/>
              <a:ext cx="0" cy="956523"/>
            </a:xfrm>
            <a:prstGeom prst="straightConnector1">
              <a:avLst/>
            </a:prstGeom>
            <a:ln>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63" name="TextBox 62">
            <a:extLst>
              <a:ext uri="{FF2B5EF4-FFF2-40B4-BE49-F238E27FC236}">
                <a16:creationId xmlns:a16="http://schemas.microsoft.com/office/drawing/2014/main" id="{AFC4A3E7-549C-CA2D-4611-49CED6431585}"/>
              </a:ext>
            </a:extLst>
          </p:cNvPr>
          <p:cNvSpPr txBox="1"/>
          <p:nvPr/>
        </p:nvSpPr>
        <p:spPr>
          <a:xfrm>
            <a:off x="3901440" y="3344495"/>
            <a:ext cx="2117966" cy="369332"/>
          </a:xfrm>
          <a:prstGeom prst="rect">
            <a:avLst/>
          </a:prstGeom>
          <a:noFill/>
        </p:spPr>
        <p:txBody>
          <a:bodyPr wrap="square">
            <a:spAutoFit/>
          </a:bodyPr>
          <a:lstStyle/>
          <a:p>
            <a:r>
              <a:rPr lang="en-US" sz="1800" dirty="0">
                <a:solidFill>
                  <a:schemeClr val="accent2">
                    <a:lumMod val="20000"/>
                    <a:lumOff val="80000"/>
                  </a:schemeClr>
                </a:solidFill>
                <a:latin typeface="Times New Roman" panose="02020603050405020304" pitchFamily="18" charset="0"/>
                <a:cs typeface="Times New Roman" panose="02020603050405020304" pitchFamily="18" charset="0"/>
              </a:rPr>
              <a:t>ASYNCHRONUS</a:t>
            </a:r>
            <a:endParaRPr lang="en-US" dirty="0"/>
          </a:p>
        </p:txBody>
      </p:sp>
    </p:spTree>
    <p:extLst>
      <p:ext uri="{BB962C8B-B14F-4D97-AF65-F5344CB8AC3E}">
        <p14:creationId xmlns:p14="http://schemas.microsoft.com/office/powerpoint/2010/main" val="1563947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46B07-47C7-44FF-01B4-2D2D227906D8}"/>
              </a:ext>
            </a:extLst>
          </p:cNvPr>
          <p:cNvSpPr>
            <a:spLocks noGrp="1"/>
          </p:cNvSpPr>
          <p:nvPr>
            <p:ph type="title"/>
          </p:nvPr>
        </p:nvSpPr>
        <p:spPr/>
        <p:txBody>
          <a:bodyPr/>
          <a:lstStyle/>
          <a:p>
            <a:r>
              <a:rPr lang="en-US" sz="1800" dirty="0"/>
              <a:t> </a:t>
            </a:r>
            <a:r>
              <a:rPr lang="en-US" sz="2400" dirty="0">
                <a:latin typeface="Times New Roman" panose="02020603050405020304" pitchFamily="18" charset="0"/>
                <a:cs typeface="Times New Roman" panose="02020603050405020304" pitchFamily="18" charset="0"/>
              </a:rPr>
              <a:t>EcuAppM – Group Container Properties</a:t>
            </a:r>
          </a:p>
        </p:txBody>
      </p:sp>
      <p:sp>
        <p:nvSpPr>
          <p:cNvPr id="3" name="Slide Number Placeholder 2">
            <a:extLst>
              <a:ext uri="{FF2B5EF4-FFF2-40B4-BE49-F238E27FC236}">
                <a16:creationId xmlns:a16="http://schemas.microsoft.com/office/drawing/2014/main" id="{0455E7A8-20FC-7FD7-7E74-9BFB15AA5828}"/>
              </a:ext>
            </a:extLst>
          </p:cNvPr>
          <p:cNvSpPr>
            <a:spLocks noGrp="1"/>
          </p:cNvSpPr>
          <p:nvPr>
            <p:ph type="sldNum" sz="quarter" idx="11"/>
          </p:nvPr>
        </p:nvSpPr>
        <p:spPr/>
        <p:txBody>
          <a:bodyPr/>
          <a:lstStyle/>
          <a:p>
            <a:pPr>
              <a:defRPr/>
            </a:pPr>
            <a:fld id="{976FD3BF-6627-4C73-B326-16A2F7B5A470}" type="slidenum">
              <a:rPr lang="en-US" smtClean="0"/>
              <a:pPr>
                <a:defRPr/>
              </a:pPr>
              <a:t>12</a:t>
            </a:fld>
            <a:endParaRPr lang="en-US" dirty="0"/>
          </a:p>
        </p:txBody>
      </p:sp>
      <p:sp>
        <p:nvSpPr>
          <p:cNvPr id="4" name="Rectangle 3">
            <a:extLst>
              <a:ext uri="{FF2B5EF4-FFF2-40B4-BE49-F238E27FC236}">
                <a16:creationId xmlns:a16="http://schemas.microsoft.com/office/drawing/2014/main" id="{9E30793C-A0D2-E235-7B93-EEA6CFD17F70}"/>
              </a:ext>
            </a:extLst>
          </p:cNvPr>
          <p:cNvSpPr/>
          <p:nvPr/>
        </p:nvSpPr>
        <p:spPr>
          <a:xfrm>
            <a:off x="665630" y="3878031"/>
            <a:ext cx="10255712" cy="2554545"/>
          </a:xfrm>
          <a:prstGeom prst="rect">
            <a:avLst/>
          </a:prstGeom>
        </p:spPr>
        <p:txBody>
          <a:bodyPr wrap="square">
            <a:spAutoFit/>
          </a:bodyPr>
          <a:lstStyle/>
          <a:p>
            <a:pPr marL="742950" lvl="1" indent="-285750">
              <a:buFont typeface="Wingdings" panose="05000000000000000000" pitchFamily="2" charset="2"/>
              <a:buChar char="Ø"/>
            </a:pPr>
            <a:r>
              <a:rPr lang="en-US" sz="1600" dirty="0">
                <a:solidFill>
                  <a:schemeClr val="accent2">
                    <a:lumMod val="20000"/>
                    <a:lumOff val="80000"/>
                  </a:schemeClr>
                </a:solidFill>
                <a:latin typeface="Times New Roman" panose="02020603050405020304" pitchFamily="18" charset="0"/>
                <a:cs typeface="Times New Roman" panose="02020603050405020304" pitchFamily="18" charset="0"/>
              </a:rPr>
              <a:t>Deactivation Type</a:t>
            </a:r>
          </a:p>
          <a:p>
            <a:pPr lvl="1"/>
            <a:r>
              <a:rPr lang="en-US" sz="1600" dirty="0">
                <a:latin typeface="Times New Roman" panose="02020603050405020304" pitchFamily="18" charset="0"/>
                <a:cs typeface="Times New Roman" panose="02020603050405020304" pitchFamily="18" charset="0"/>
              </a:rPr>
              <a:t>      A group “Deactivation Type” can be configured as “SHUTDOWN” or “KEEP ALIVE”.</a:t>
            </a:r>
          </a:p>
          <a:p>
            <a:pPr lvl="1"/>
            <a:r>
              <a:rPr lang="en-US" sz="1600" dirty="0">
                <a:latin typeface="Times New Roman" panose="02020603050405020304" pitchFamily="18" charset="0"/>
                <a:cs typeface="Times New Roman" panose="02020603050405020304" pitchFamily="18" charset="0"/>
              </a:rPr>
              <a:t>      A group will be allowed to deactivate only when its configured as “SHUTDOWN”. A KEEP ALIVE</a:t>
            </a:r>
          </a:p>
          <a:p>
            <a:pPr lvl="1"/>
            <a:r>
              <a:rPr lang="en-US" sz="1600" dirty="0">
                <a:latin typeface="Times New Roman" panose="02020603050405020304" pitchFamily="18" charset="0"/>
                <a:cs typeface="Times New Roman" panose="02020603050405020304" pitchFamily="18" charset="0"/>
              </a:rPr>
              <a:t>      group will never be deactivated. </a:t>
            </a:r>
          </a:p>
          <a:p>
            <a:pPr lvl="1"/>
            <a:endParaRPr lang="en-US" sz="1600" dirty="0">
              <a:latin typeface="Times New Roman" panose="02020603050405020304" pitchFamily="18" charset="0"/>
              <a:cs typeface="Times New Roman" panose="02020603050405020304" pitchFamily="18" charset="0"/>
            </a:endParaRPr>
          </a:p>
          <a:p>
            <a:pPr lvl="1"/>
            <a:r>
              <a:rPr lang="en-US" sz="1600" dirty="0">
                <a:latin typeface="Times New Roman" panose="02020603050405020304" pitchFamily="18" charset="0"/>
                <a:cs typeface="Times New Roman" panose="02020603050405020304" pitchFamily="18" charset="0"/>
              </a:rPr>
              <a:t> </a:t>
            </a:r>
          </a:p>
          <a:p>
            <a:pPr marL="742950" lvl="1" indent="-28575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a:t>
            </a:r>
            <a:r>
              <a:rPr lang="en-US" sz="1600" dirty="0">
                <a:solidFill>
                  <a:schemeClr val="accent2">
                    <a:lumMod val="20000"/>
                    <a:lumOff val="80000"/>
                  </a:schemeClr>
                </a:solidFill>
                <a:latin typeface="Times New Roman" panose="02020603050405020304" pitchFamily="18" charset="0"/>
                <a:cs typeface="Times New Roman" panose="02020603050405020304" pitchFamily="18" charset="0"/>
              </a:rPr>
              <a:t>Failsafe Mechanism</a:t>
            </a:r>
          </a:p>
          <a:p>
            <a:pPr lvl="1"/>
            <a:r>
              <a:rPr lang="en-US" sz="1600" dirty="0">
                <a:latin typeface="Times New Roman" panose="02020603050405020304" pitchFamily="18" charset="0"/>
                <a:cs typeface="Times New Roman" panose="02020603050405020304" pitchFamily="18" charset="0"/>
              </a:rPr>
              <a:t>       A maximum failsafe timer can be configured to ensure that a particular group will be activated within </a:t>
            </a:r>
          </a:p>
          <a:p>
            <a:pPr lvl="1"/>
            <a:r>
              <a:rPr lang="en-US" sz="1600" dirty="0">
                <a:latin typeface="Times New Roman" panose="02020603050405020304" pitchFamily="18" charset="0"/>
                <a:cs typeface="Times New Roman" panose="02020603050405020304" pitchFamily="18" charset="0"/>
              </a:rPr>
              <a:t>       that time after this time a “Failsafe action callout” will be triggered. Users can take action based on </a:t>
            </a:r>
          </a:p>
          <a:p>
            <a:pPr lvl="1"/>
            <a:r>
              <a:rPr lang="en-US" sz="1600" dirty="0">
                <a:latin typeface="Times New Roman" panose="02020603050405020304" pitchFamily="18" charset="0"/>
                <a:cs typeface="Times New Roman" panose="02020603050405020304" pitchFamily="18" charset="0"/>
              </a:rPr>
              <a:t>       program’s requirement. </a:t>
            </a:r>
            <a:endParaRPr lang="en-US" sz="1600" dirty="0">
              <a:solidFill>
                <a:srgbClr val="000000"/>
              </a:solidFill>
              <a:latin typeface="Times New Roman" panose="02020603050405020304" pitchFamily="18" charset="0"/>
              <a:cs typeface="Times New Roman" panose="02020603050405020304" pitchFamily="18" charset="0"/>
            </a:endParaRPr>
          </a:p>
        </p:txBody>
      </p:sp>
      <p:grpSp>
        <p:nvGrpSpPr>
          <p:cNvPr id="5" name="Group 4">
            <a:extLst>
              <a:ext uri="{FF2B5EF4-FFF2-40B4-BE49-F238E27FC236}">
                <a16:creationId xmlns:a16="http://schemas.microsoft.com/office/drawing/2014/main" id="{5846D0F0-EC8C-E97E-8BF7-C1B2DDF1E6D8}"/>
              </a:ext>
            </a:extLst>
          </p:cNvPr>
          <p:cNvGrpSpPr/>
          <p:nvPr/>
        </p:nvGrpSpPr>
        <p:grpSpPr>
          <a:xfrm>
            <a:off x="1680405" y="652447"/>
            <a:ext cx="7526265" cy="2849705"/>
            <a:chOff x="1106431" y="3240296"/>
            <a:chExt cx="7526265" cy="2849705"/>
          </a:xfrm>
        </p:grpSpPr>
        <p:cxnSp>
          <p:nvCxnSpPr>
            <p:cNvPr id="6" name="Straight Connector 5">
              <a:extLst>
                <a:ext uri="{FF2B5EF4-FFF2-40B4-BE49-F238E27FC236}">
                  <a16:creationId xmlns:a16="http://schemas.microsoft.com/office/drawing/2014/main" id="{CC68AD53-936F-5210-07D0-B52520398B11}"/>
                </a:ext>
              </a:extLst>
            </p:cNvPr>
            <p:cNvCxnSpPr/>
            <p:nvPr/>
          </p:nvCxnSpPr>
          <p:spPr>
            <a:xfrm>
              <a:off x="2112263" y="5266944"/>
              <a:ext cx="109729" cy="0"/>
            </a:xfrm>
            <a:prstGeom prst="line">
              <a:avLst/>
            </a:prstGeom>
            <a:ln w="38100">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281FD02-EC67-FF04-99D1-325A1BAEA3F9}"/>
                </a:ext>
              </a:extLst>
            </p:cNvPr>
            <p:cNvCxnSpPr/>
            <p:nvPr/>
          </p:nvCxnSpPr>
          <p:spPr>
            <a:xfrm>
              <a:off x="2118358" y="4797552"/>
              <a:ext cx="109729" cy="0"/>
            </a:xfrm>
            <a:prstGeom prst="line">
              <a:avLst/>
            </a:prstGeom>
            <a:ln w="38100">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2B0C671-23D4-BBD5-1A41-D1C8D1701F5E}"/>
                </a:ext>
              </a:extLst>
            </p:cNvPr>
            <p:cNvCxnSpPr/>
            <p:nvPr/>
          </p:nvCxnSpPr>
          <p:spPr>
            <a:xfrm>
              <a:off x="2124453" y="4364736"/>
              <a:ext cx="109729" cy="0"/>
            </a:xfrm>
            <a:prstGeom prst="line">
              <a:avLst/>
            </a:prstGeom>
            <a:ln w="38100">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7F2D187-FF3C-168C-552A-CF1F72BBD671}"/>
                </a:ext>
              </a:extLst>
            </p:cNvPr>
            <p:cNvCxnSpPr/>
            <p:nvPr/>
          </p:nvCxnSpPr>
          <p:spPr>
            <a:xfrm>
              <a:off x="2124450" y="3913632"/>
              <a:ext cx="109729" cy="0"/>
            </a:xfrm>
            <a:prstGeom prst="line">
              <a:avLst/>
            </a:prstGeom>
            <a:ln w="38100">
              <a:solidFill>
                <a:schemeClr val="accent6">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56DCD32-E305-2FD4-F971-820CDE702781}"/>
                </a:ext>
              </a:extLst>
            </p:cNvPr>
            <p:cNvCxnSpPr/>
            <p:nvPr/>
          </p:nvCxnSpPr>
          <p:spPr>
            <a:xfrm>
              <a:off x="2706624" y="5672657"/>
              <a:ext cx="0" cy="105778"/>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447C870-64DE-2A17-63A0-36C12E6B8917}"/>
                </a:ext>
              </a:extLst>
            </p:cNvPr>
            <p:cNvCxnSpPr/>
            <p:nvPr/>
          </p:nvCxnSpPr>
          <p:spPr>
            <a:xfrm>
              <a:off x="3480816" y="5669609"/>
              <a:ext cx="0" cy="105778"/>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357DF2E-E9BF-E8CE-EA87-C8FA30C13957}"/>
                </a:ext>
              </a:extLst>
            </p:cNvPr>
            <p:cNvCxnSpPr/>
            <p:nvPr/>
          </p:nvCxnSpPr>
          <p:spPr>
            <a:xfrm>
              <a:off x="4262236" y="5669609"/>
              <a:ext cx="0" cy="105778"/>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BBFB88F-433B-CD59-0867-B56C8C4F575D}"/>
                </a:ext>
              </a:extLst>
            </p:cNvPr>
            <p:cNvCxnSpPr/>
            <p:nvPr/>
          </p:nvCxnSpPr>
          <p:spPr>
            <a:xfrm>
              <a:off x="5117402" y="5669609"/>
              <a:ext cx="0" cy="105778"/>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18FDC65-C100-6D63-18BF-6B9AE3EEF644}"/>
                </a:ext>
              </a:extLst>
            </p:cNvPr>
            <p:cNvCxnSpPr/>
            <p:nvPr/>
          </p:nvCxnSpPr>
          <p:spPr>
            <a:xfrm>
              <a:off x="5919026" y="5657417"/>
              <a:ext cx="0" cy="105778"/>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0E3D176-C765-73BF-2658-AF6114329475}"/>
                </a:ext>
              </a:extLst>
            </p:cNvPr>
            <p:cNvCxnSpPr/>
            <p:nvPr/>
          </p:nvCxnSpPr>
          <p:spPr>
            <a:xfrm>
              <a:off x="6724644" y="5669609"/>
              <a:ext cx="0" cy="105778"/>
            </a:xfrm>
            <a:prstGeom prst="line">
              <a:avLst/>
            </a:prstGeom>
            <a:ln w="254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1DF61A7A-C263-1D90-08B6-5898509663B7}"/>
                </a:ext>
              </a:extLst>
            </p:cNvPr>
            <p:cNvGrpSpPr/>
            <p:nvPr/>
          </p:nvGrpSpPr>
          <p:grpSpPr>
            <a:xfrm>
              <a:off x="1106431" y="3240296"/>
              <a:ext cx="7526265" cy="2849705"/>
              <a:chOff x="1088143" y="3246120"/>
              <a:chExt cx="7526265" cy="2849705"/>
            </a:xfrm>
          </p:grpSpPr>
          <p:cxnSp>
            <p:nvCxnSpPr>
              <p:cNvPr id="23" name="Straight Arrow Connector 22">
                <a:extLst>
                  <a:ext uri="{FF2B5EF4-FFF2-40B4-BE49-F238E27FC236}">
                    <a16:creationId xmlns:a16="http://schemas.microsoft.com/office/drawing/2014/main" id="{F2D36641-023B-7EE6-2E07-B4943FE8FAEA}"/>
                  </a:ext>
                </a:extLst>
              </p:cNvPr>
              <p:cNvCxnSpPr>
                <a:cxnSpLocks/>
              </p:cNvCxnSpPr>
              <p:nvPr/>
            </p:nvCxnSpPr>
            <p:spPr>
              <a:xfrm flipV="1">
                <a:off x="2157984" y="3246120"/>
                <a:ext cx="0" cy="2514600"/>
              </a:xfrm>
              <a:prstGeom prst="straightConnector1">
                <a:avLst/>
              </a:prstGeom>
              <a:ln w="25400">
                <a:solidFill>
                  <a:schemeClr val="accent2">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7D755C7-CA7E-42C9-115F-49B000BAFB39}"/>
                  </a:ext>
                </a:extLst>
              </p:cNvPr>
              <p:cNvCxnSpPr>
                <a:cxnSpLocks/>
              </p:cNvCxnSpPr>
              <p:nvPr/>
            </p:nvCxnSpPr>
            <p:spPr>
              <a:xfrm flipV="1">
                <a:off x="2167888" y="5727618"/>
                <a:ext cx="6446520" cy="24055"/>
              </a:xfrm>
              <a:prstGeom prst="straightConnector1">
                <a:avLst/>
              </a:prstGeom>
              <a:ln w="25400">
                <a:solidFill>
                  <a:schemeClr val="accent2">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F707B729-4782-4380-0E3A-6DDC511B614F}"/>
                  </a:ext>
                </a:extLst>
              </p:cNvPr>
              <p:cNvSpPr txBox="1"/>
              <p:nvPr/>
            </p:nvSpPr>
            <p:spPr>
              <a:xfrm>
                <a:off x="1100329" y="5526912"/>
                <a:ext cx="1005833" cy="278956"/>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Inactive</a:t>
                </a:r>
              </a:p>
            </p:txBody>
          </p:sp>
          <p:sp>
            <p:nvSpPr>
              <p:cNvPr id="26" name="TextBox 25">
                <a:extLst>
                  <a:ext uri="{FF2B5EF4-FFF2-40B4-BE49-F238E27FC236}">
                    <a16:creationId xmlns:a16="http://schemas.microsoft.com/office/drawing/2014/main" id="{60890EFB-25D6-5E34-04D8-9010075D4FB3}"/>
                  </a:ext>
                </a:extLst>
              </p:cNvPr>
              <p:cNvSpPr txBox="1"/>
              <p:nvPr/>
            </p:nvSpPr>
            <p:spPr>
              <a:xfrm>
                <a:off x="1088143" y="5126488"/>
                <a:ext cx="932690" cy="278956"/>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Init</a:t>
                </a:r>
              </a:p>
            </p:txBody>
          </p:sp>
          <p:sp>
            <p:nvSpPr>
              <p:cNvPr id="27" name="TextBox 26">
                <a:extLst>
                  <a:ext uri="{FF2B5EF4-FFF2-40B4-BE49-F238E27FC236}">
                    <a16:creationId xmlns:a16="http://schemas.microsoft.com/office/drawing/2014/main" id="{29C589DB-0C45-BB31-B67C-D6C426B8C381}"/>
                  </a:ext>
                </a:extLst>
              </p:cNvPr>
              <p:cNvSpPr txBox="1"/>
              <p:nvPr/>
            </p:nvSpPr>
            <p:spPr>
              <a:xfrm>
                <a:off x="1100329" y="4641740"/>
                <a:ext cx="932690" cy="278956"/>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Activation</a:t>
                </a:r>
              </a:p>
            </p:txBody>
          </p:sp>
          <p:sp>
            <p:nvSpPr>
              <p:cNvPr id="28" name="TextBox 27">
                <a:extLst>
                  <a:ext uri="{FF2B5EF4-FFF2-40B4-BE49-F238E27FC236}">
                    <a16:creationId xmlns:a16="http://schemas.microsoft.com/office/drawing/2014/main" id="{E50A83E2-F8EB-E47D-41A4-C5FCBE1B0E2B}"/>
                  </a:ext>
                </a:extLst>
              </p:cNvPr>
              <p:cNvSpPr txBox="1"/>
              <p:nvPr/>
            </p:nvSpPr>
            <p:spPr>
              <a:xfrm>
                <a:off x="1100329" y="4207818"/>
                <a:ext cx="932689" cy="278955"/>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Active</a:t>
                </a:r>
              </a:p>
            </p:txBody>
          </p:sp>
          <p:sp>
            <p:nvSpPr>
              <p:cNvPr id="29" name="TextBox 28">
                <a:extLst>
                  <a:ext uri="{FF2B5EF4-FFF2-40B4-BE49-F238E27FC236}">
                    <a16:creationId xmlns:a16="http://schemas.microsoft.com/office/drawing/2014/main" id="{D7C99352-D773-EF29-801A-8BC71EB06D92}"/>
                  </a:ext>
                </a:extLst>
              </p:cNvPr>
              <p:cNvSpPr txBox="1"/>
              <p:nvPr/>
            </p:nvSpPr>
            <p:spPr>
              <a:xfrm>
                <a:off x="1100329" y="3764398"/>
                <a:ext cx="981461"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Deactivation</a:t>
                </a:r>
              </a:p>
            </p:txBody>
          </p:sp>
          <p:sp>
            <p:nvSpPr>
              <p:cNvPr id="30" name="TextBox 29">
                <a:extLst>
                  <a:ext uri="{FF2B5EF4-FFF2-40B4-BE49-F238E27FC236}">
                    <a16:creationId xmlns:a16="http://schemas.microsoft.com/office/drawing/2014/main" id="{046A6015-1605-5E1C-4B9D-2B205D692EFE}"/>
                  </a:ext>
                </a:extLst>
              </p:cNvPr>
              <p:cNvSpPr txBox="1"/>
              <p:nvPr/>
            </p:nvSpPr>
            <p:spPr>
              <a:xfrm>
                <a:off x="2386585" y="5812905"/>
                <a:ext cx="795523"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Group#0</a:t>
                </a:r>
              </a:p>
            </p:txBody>
          </p:sp>
          <p:sp>
            <p:nvSpPr>
              <p:cNvPr id="31" name="TextBox 30">
                <a:extLst>
                  <a:ext uri="{FF2B5EF4-FFF2-40B4-BE49-F238E27FC236}">
                    <a16:creationId xmlns:a16="http://schemas.microsoft.com/office/drawing/2014/main" id="{74F3C719-E4C4-2439-75E7-161DFB1C2985}"/>
                  </a:ext>
                </a:extLst>
              </p:cNvPr>
              <p:cNvSpPr txBox="1"/>
              <p:nvPr/>
            </p:nvSpPr>
            <p:spPr>
              <a:xfrm>
                <a:off x="3139246" y="5816439"/>
                <a:ext cx="795523"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Group#1</a:t>
                </a:r>
              </a:p>
            </p:txBody>
          </p:sp>
          <p:sp>
            <p:nvSpPr>
              <p:cNvPr id="32" name="TextBox 31">
                <a:extLst>
                  <a:ext uri="{FF2B5EF4-FFF2-40B4-BE49-F238E27FC236}">
                    <a16:creationId xmlns:a16="http://schemas.microsoft.com/office/drawing/2014/main" id="{EF366038-E018-5CF9-545A-41BC7A25B152}"/>
                  </a:ext>
                </a:extLst>
              </p:cNvPr>
              <p:cNvSpPr txBox="1"/>
              <p:nvPr/>
            </p:nvSpPr>
            <p:spPr>
              <a:xfrm>
                <a:off x="3937627" y="5812905"/>
                <a:ext cx="795523"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Group#2</a:t>
                </a:r>
              </a:p>
            </p:txBody>
          </p:sp>
          <p:sp>
            <p:nvSpPr>
              <p:cNvPr id="33" name="TextBox 32">
                <a:extLst>
                  <a:ext uri="{FF2B5EF4-FFF2-40B4-BE49-F238E27FC236}">
                    <a16:creationId xmlns:a16="http://schemas.microsoft.com/office/drawing/2014/main" id="{A020C218-95D0-A71C-041A-845F18EC02BB}"/>
                  </a:ext>
                </a:extLst>
              </p:cNvPr>
              <p:cNvSpPr txBox="1"/>
              <p:nvPr/>
            </p:nvSpPr>
            <p:spPr>
              <a:xfrm>
                <a:off x="4803463" y="5816439"/>
                <a:ext cx="795523"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Group#3</a:t>
                </a:r>
              </a:p>
            </p:txBody>
          </p:sp>
          <p:sp>
            <p:nvSpPr>
              <p:cNvPr id="34" name="TextBox 33">
                <a:extLst>
                  <a:ext uri="{FF2B5EF4-FFF2-40B4-BE49-F238E27FC236}">
                    <a16:creationId xmlns:a16="http://schemas.microsoft.com/office/drawing/2014/main" id="{53FE7019-71D7-1BD0-158D-9FB3F9CCC213}"/>
                  </a:ext>
                </a:extLst>
              </p:cNvPr>
              <p:cNvSpPr txBox="1"/>
              <p:nvPr/>
            </p:nvSpPr>
            <p:spPr>
              <a:xfrm>
                <a:off x="5583556" y="5802820"/>
                <a:ext cx="795523"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Group#4</a:t>
                </a:r>
              </a:p>
            </p:txBody>
          </p:sp>
          <p:sp>
            <p:nvSpPr>
              <p:cNvPr id="35" name="TextBox 34">
                <a:extLst>
                  <a:ext uri="{FF2B5EF4-FFF2-40B4-BE49-F238E27FC236}">
                    <a16:creationId xmlns:a16="http://schemas.microsoft.com/office/drawing/2014/main" id="{FB3634B0-766F-64FD-3DA9-68F910CC65F2}"/>
                  </a:ext>
                </a:extLst>
              </p:cNvPr>
              <p:cNvSpPr txBox="1"/>
              <p:nvPr/>
            </p:nvSpPr>
            <p:spPr>
              <a:xfrm>
                <a:off x="6354505" y="5818826"/>
                <a:ext cx="795523"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Group#5</a:t>
                </a:r>
              </a:p>
            </p:txBody>
          </p:sp>
        </p:grpSp>
        <p:cxnSp>
          <p:nvCxnSpPr>
            <p:cNvPr id="17" name="Straight Arrow Connector 16">
              <a:extLst>
                <a:ext uri="{FF2B5EF4-FFF2-40B4-BE49-F238E27FC236}">
                  <a16:creationId xmlns:a16="http://schemas.microsoft.com/office/drawing/2014/main" id="{EF4B98F5-5D93-8795-0BBF-095FC9058FD7}"/>
                </a:ext>
              </a:extLst>
            </p:cNvPr>
            <p:cNvCxnSpPr/>
            <p:nvPr/>
          </p:nvCxnSpPr>
          <p:spPr>
            <a:xfrm flipV="1">
              <a:off x="2706624" y="4348273"/>
              <a:ext cx="0" cy="1360960"/>
            </a:xfrm>
            <a:prstGeom prst="straightConnector1">
              <a:avLst/>
            </a:prstGeom>
            <a:ln>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18C00E9-8F90-1A66-CEAC-6F0B4DB36535}"/>
                </a:ext>
              </a:extLst>
            </p:cNvPr>
            <p:cNvCxnSpPr>
              <a:cxnSpLocks/>
            </p:cNvCxnSpPr>
            <p:nvPr/>
          </p:nvCxnSpPr>
          <p:spPr>
            <a:xfrm flipV="1">
              <a:off x="3480816" y="4342449"/>
              <a:ext cx="0" cy="1432938"/>
            </a:xfrm>
            <a:prstGeom prst="straightConnector1">
              <a:avLst/>
            </a:prstGeom>
            <a:ln>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8300999-DDF1-C88A-B73A-9BEF3DAEC16C}"/>
                </a:ext>
              </a:extLst>
            </p:cNvPr>
            <p:cNvCxnSpPr>
              <a:cxnSpLocks/>
            </p:cNvCxnSpPr>
            <p:nvPr/>
          </p:nvCxnSpPr>
          <p:spPr>
            <a:xfrm flipV="1">
              <a:off x="5919026" y="5669609"/>
              <a:ext cx="0" cy="76240"/>
            </a:xfrm>
            <a:prstGeom prst="straightConnector1">
              <a:avLst/>
            </a:prstGeom>
            <a:ln>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2B75B86-534D-2AEF-D298-3A22478C6CD1}"/>
                </a:ext>
              </a:extLst>
            </p:cNvPr>
            <p:cNvCxnSpPr>
              <a:cxnSpLocks/>
            </p:cNvCxnSpPr>
            <p:nvPr/>
          </p:nvCxnSpPr>
          <p:spPr>
            <a:xfrm flipV="1">
              <a:off x="4262236" y="4364736"/>
              <a:ext cx="0" cy="1357058"/>
            </a:xfrm>
            <a:prstGeom prst="straightConnector1">
              <a:avLst/>
            </a:prstGeom>
            <a:ln>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773DE89-0014-F72F-DEF6-94C2D4A3C052}"/>
                </a:ext>
              </a:extLst>
            </p:cNvPr>
            <p:cNvCxnSpPr>
              <a:cxnSpLocks/>
            </p:cNvCxnSpPr>
            <p:nvPr/>
          </p:nvCxnSpPr>
          <p:spPr>
            <a:xfrm flipV="1">
              <a:off x="5117402" y="4797552"/>
              <a:ext cx="0" cy="977835"/>
            </a:xfrm>
            <a:prstGeom prst="straightConnector1">
              <a:avLst/>
            </a:prstGeom>
            <a:ln>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BE2B7D7-FDED-348A-69EE-D23760468779}"/>
                </a:ext>
              </a:extLst>
            </p:cNvPr>
            <p:cNvCxnSpPr>
              <a:cxnSpLocks/>
            </p:cNvCxnSpPr>
            <p:nvPr/>
          </p:nvCxnSpPr>
          <p:spPr>
            <a:xfrm flipV="1">
              <a:off x="6724644" y="5657417"/>
              <a:ext cx="0" cy="96658"/>
            </a:xfrm>
            <a:prstGeom prst="straightConnector1">
              <a:avLst/>
            </a:prstGeom>
            <a:ln>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40" name="TextBox 39">
            <a:extLst>
              <a:ext uri="{FF2B5EF4-FFF2-40B4-BE49-F238E27FC236}">
                <a16:creationId xmlns:a16="http://schemas.microsoft.com/office/drawing/2014/main" id="{9DEB4214-1564-0E5E-5853-549812963E36}"/>
              </a:ext>
            </a:extLst>
          </p:cNvPr>
          <p:cNvSpPr txBox="1"/>
          <p:nvPr/>
        </p:nvSpPr>
        <p:spPr>
          <a:xfrm>
            <a:off x="5037017" y="956451"/>
            <a:ext cx="2117966" cy="369332"/>
          </a:xfrm>
          <a:prstGeom prst="rect">
            <a:avLst/>
          </a:prstGeom>
          <a:noFill/>
        </p:spPr>
        <p:txBody>
          <a:bodyPr wrap="square">
            <a:spAutoFit/>
          </a:bodyPr>
          <a:lstStyle/>
          <a:p>
            <a:r>
              <a:rPr lang="en-US" sz="1800" dirty="0">
                <a:solidFill>
                  <a:schemeClr val="accent2">
                    <a:lumMod val="20000"/>
                    <a:lumOff val="80000"/>
                  </a:schemeClr>
                </a:solidFill>
                <a:latin typeface="Times New Roman" panose="02020603050405020304" pitchFamily="18" charset="0"/>
                <a:cs typeface="Times New Roman" panose="02020603050405020304" pitchFamily="18" charset="0"/>
              </a:rPr>
              <a:t>SYNCHRONUS</a:t>
            </a:r>
            <a:endParaRPr lang="en-US" dirty="0"/>
          </a:p>
        </p:txBody>
      </p:sp>
    </p:spTree>
    <p:extLst>
      <p:ext uri="{BB962C8B-B14F-4D97-AF65-F5344CB8AC3E}">
        <p14:creationId xmlns:p14="http://schemas.microsoft.com/office/powerpoint/2010/main" val="1439381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46B07-47C7-44FF-01B4-2D2D227906D8}"/>
              </a:ext>
            </a:extLst>
          </p:cNvPr>
          <p:cNvSpPr>
            <a:spLocks noGrp="1"/>
          </p:cNvSpPr>
          <p:nvPr>
            <p:ph type="title"/>
          </p:nvPr>
        </p:nvSpPr>
        <p:spPr/>
        <p:txBody>
          <a:bodyPr/>
          <a:lstStyle/>
          <a:p>
            <a:r>
              <a:rPr lang="en-US" sz="1400" dirty="0"/>
              <a:t> </a:t>
            </a:r>
            <a:r>
              <a:rPr lang="en-US" sz="2400" dirty="0">
                <a:latin typeface="Times New Roman" panose="02020603050405020304" pitchFamily="18" charset="0"/>
                <a:cs typeface="Times New Roman" panose="02020603050405020304" pitchFamily="18" charset="0"/>
              </a:rPr>
              <a:t>EcuAppM – Component Container </a:t>
            </a:r>
          </a:p>
        </p:txBody>
      </p:sp>
      <p:sp>
        <p:nvSpPr>
          <p:cNvPr id="3" name="Slide Number Placeholder 2">
            <a:extLst>
              <a:ext uri="{FF2B5EF4-FFF2-40B4-BE49-F238E27FC236}">
                <a16:creationId xmlns:a16="http://schemas.microsoft.com/office/drawing/2014/main" id="{0455E7A8-20FC-7FD7-7E74-9BFB15AA5828}"/>
              </a:ext>
            </a:extLst>
          </p:cNvPr>
          <p:cNvSpPr>
            <a:spLocks noGrp="1"/>
          </p:cNvSpPr>
          <p:nvPr>
            <p:ph type="sldNum" sz="quarter" idx="11"/>
          </p:nvPr>
        </p:nvSpPr>
        <p:spPr/>
        <p:txBody>
          <a:bodyPr/>
          <a:lstStyle/>
          <a:p>
            <a:pPr>
              <a:defRPr/>
            </a:pPr>
            <a:fld id="{976FD3BF-6627-4C73-B326-16A2F7B5A470}" type="slidenum">
              <a:rPr lang="en-US" smtClean="0"/>
              <a:pPr>
                <a:defRPr/>
              </a:pPr>
              <a:t>13</a:t>
            </a:fld>
            <a:endParaRPr lang="en-US" dirty="0"/>
          </a:p>
        </p:txBody>
      </p:sp>
      <p:sp>
        <p:nvSpPr>
          <p:cNvPr id="4" name="Rectangle 3">
            <a:extLst>
              <a:ext uri="{FF2B5EF4-FFF2-40B4-BE49-F238E27FC236}">
                <a16:creationId xmlns:a16="http://schemas.microsoft.com/office/drawing/2014/main" id="{E9AD9550-7F1C-D8D9-BA58-781E27BE940A}"/>
              </a:ext>
            </a:extLst>
          </p:cNvPr>
          <p:cNvSpPr/>
          <p:nvPr/>
        </p:nvSpPr>
        <p:spPr>
          <a:xfrm>
            <a:off x="535856" y="768096"/>
            <a:ext cx="9835581" cy="2062103"/>
          </a:xfrm>
          <a:prstGeom prst="rect">
            <a:avLst/>
          </a:prstGeom>
        </p:spPr>
        <p:txBody>
          <a:bodyPr wrap="square">
            <a:spAutoFit/>
          </a:bodyPr>
          <a:lstStyle/>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Component Container contains a data member to hold the status, Life cycle API method, status notify API method. </a:t>
            </a:r>
          </a:p>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EcuAppM just uses “Life cycle API” to manage life cycle of the components and reads the component status </a:t>
            </a:r>
          </a:p>
          <a:p>
            <a:r>
              <a:rPr lang="en-US" sz="1600" dirty="0">
                <a:latin typeface="Times New Roman" panose="02020603050405020304" pitchFamily="18" charset="0"/>
                <a:cs typeface="Times New Roman" panose="02020603050405020304" pitchFamily="18" charset="0"/>
              </a:rPr>
              <a:t>      from status notification API if configured. </a:t>
            </a:r>
          </a:p>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Activation of a component is independent of its activation library and location</a:t>
            </a:r>
          </a:p>
          <a:p>
            <a:pPr marL="285750" indent="-285750">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EcuAppM can manage the life cycle of GIP components. Life cycle API needs to be configured with RTE write calls which can trigger UCL messages and status notify API’s can be configured with RTE read calls which reads the stats received from UCL messages.    </a:t>
            </a:r>
          </a:p>
          <a:p>
            <a:endParaRPr lang="en-US" sz="1600" dirty="0">
              <a:solidFill>
                <a:srgbClr val="000000"/>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F4545F7F-C34A-AE81-6AEC-1B763C50765E}"/>
              </a:ext>
            </a:extLst>
          </p:cNvPr>
          <p:cNvSpPr txBox="1"/>
          <p:nvPr/>
        </p:nvSpPr>
        <p:spPr>
          <a:xfrm>
            <a:off x="988314" y="2944152"/>
            <a:ext cx="435471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Group and Component container’s linked list</a:t>
            </a:r>
          </a:p>
        </p:txBody>
      </p:sp>
      <p:grpSp>
        <p:nvGrpSpPr>
          <p:cNvPr id="18" name="Group 17">
            <a:extLst>
              <a:ext uri="{FF2B5EF4-FFF2-40B4-BE49-F238E27FC236}">
                <a16:creationId xmlns:a16="http://schemas.microsoft.com/office/drawing/2014/main" id="{23214238-5EDC-5F83-255E-973FDF41596E}"/>
              </a:ext>
            </a:extLst>
          </p:cNvPr>
          <p:cNvGrpSpPr/>
          <p:nvPr/>
        </p:nvGrpSpPr>
        <p:grpSpPr>
          <a:xfrm>
            <a:off x="1205202" y="3578208"/>
            <a:ext cx="1999904" cy="895864"/>
            <a:chOff x="1205202" y="3578208"/>
            <a:chExt cx="1999904" cy="895864"/>
          </a:xfrm>
        </p:grpSpPr>
        <p:grpSp>
          <p:nvGrpSpPr>
            <p:cNvPr id="6" name="Group 5">
              <a:extLst>
                <a:ext uri="{FF2B5EF4-FFF2-40B4-BE49-F238E27FC236}">
                  <a16:creationId xmlns:a16="http://schemas.microsoft.com/office/drawing/2014/main" id="{4E6C131B-A8A6-5211-16DA-AC0B0BFAD5D7}"/>
                </a:ext>
              </a:extLst>
            </p:cNvPr>
            <p:cNvGrpSpPr/>
            <p:nvPr/>
          </p:nvGrpSpPr>
          <p:grpSpPr>
            <a:xfrm>
              <a:off x="1205202" y="3847998"/>
              <a:ext cx="1837039" cy="626074"/>
              <a:chOff x="1112107" y="1853514"/>
              <a:chExt cx="1837039" cy="626074"/>
            </a:xfrm>
          </p:grpSpPr>
          <p:sp>
            <p:nvSpPr>
              <p:cNvPr id="15" name="Rectangle 14">
                <a:extLst>
                  <a:ext uri="{FF2B5EF4-FFF2-40B4-BE49-F238E27FC236}">
                    <a16:creationId xmlns:a16="http://schemas.microsoft.com/office/drawing/2014/main" id="{BB801932-0F11-624A-1F58-84829CDC3089}"/>
                  </a:ext>
                </a:extLst>
              </p:cNvPr>
              <p:cNvSpPr/>
              <p:nvPr/>
            </p:nvSpPr>
            <p:spPr>
              <a:xfrm>
                <a:off x="1112108" y="1853514"/>
                <a:ext cx="1837038" cy="31303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sz="1000" dirty="0">
                    <a:solidFill>
                      <a:schemeClr val="tx1"/>
                    </a:solidFill>
                    <a:effectLst>
                      <a:outerShdw blurRad="38100" dist="38100" dir="2700000" algn="tl">
                        <a:srgbClr val="000000">
                          <a:alpha val="43137"/>
                        </a:srgbClr>
                      </a:outerShdw>
                    </a:effectLst>
                  </a:rPr>
                  <a:t>No of Components</a:t>
                </a:r>
              </a:p>
            </p:txBody>
          </p:sp>
          <p:sp>
            <p:nvSpPr>
              <p:cNvPr id="16" name="Rectangle 15">
                <a:extLst>
                  <a:ext uri="{FF2B5EF4-FFF2-40B4-BE49-F238E27FC236}">
                    <a16:creationId xmlns:a16="http://schemas.microsoft.com/office/drawing/2014/main" id="{1FAD5FB9-81FC-41E0-9361-3176AC19E732}"/>
                  </a:ext>
                </a:extLst>
              </p:cNvPr>
              <p:cNvSpPr/>
              <p:nvPr/>
            </p:nvSpPr>
            <p:spPr>
              <a:xfrm>
                <a:off x="1112107" y="2166551"/>
                <a:ext cx="1837037" cy="31303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sz="900" dirty="0">
                    <a:solidFill>
                      <a:schemeClr val="tx1"/>
                    </a:solidFill>
                    <a:effectLst>
                      <a:outerShdw blurRad="38100" dist="38100" dir="2700000" algn="tl">
                        <a:srgbClr val="000000">
                          <a:alpha val="43137"/>
                        </a:srgbClr>
                      </a:outerShdw>
                    </a:effectLst>
                  </a:rPr>
                  <a:t>Reference to Component container list </a:t>
                </a:r>
              </a:p>
            </p:txBody>
          </p:sp>
        </p:grpSp>
        <p:sp>
          <p:nvSpPr>
            <p:cNvPr id="8" name="TextBox 7">
              <a:extLst>
                <a:ext uri="{FF2B5EF4-FFF2-40B4-BE49-F238E27FC236}">
                  <a16:creationId xmlns:a16="http://schemas.microsoft.com/office/drawing/2014/main" id="{DCB3F921-4AE8-770A-290C-5751BCBB3C71}"/>
                </a:ext>
              </a:extLst>
            </p:cNvPr>
            <p:cNvSpPr txBox="1"/>
            <p:nvPr/>
          </p:nvSpPr>
          <p:spPr>
            <a:xfrm>
              <a:off x="1450446" y="3578208"/>
              <a:ext cx="1754660" cy="276999"/>
            </a:xfrm>
            <a:prstGeom prst="rect">
              <a:avLst/>
            </a:prstGeom>
            <a:noFill/>
          </p:spPr>
          <p:txBody>
            <a:bodyPr wrap="square" rtlCol="0">
              <a:spAutoFit/>
            </a:bodyPr>
            <a:lstStyle/>
            <a:p>
              <a:r>
                <a:rPr lang="en-US" sz="1200" dirty="0"/>
                <a:t>Group Container</a:t>
              </a:r>
            </a:p>
          </p:txBody>
        </p:sp>
      </p:grpSp>
      <p:grpSp>
        <p:nvGrpSpPr>
          <p:cNvPr id="26" name="Group 25">
            <a:extLst>
              <a:ext uri="{FF2B5EF4-FFF2-40B4-BE49-F238E27FC236}">
                <a16:creationId xmlns:a16="http://schemas.microsoft.com/office/drawing/2014/main" id="{447A2827-17DD-761C-0FA8-837848BA5C7B}"/>
              </a:ext>
            </a:extLst>
          </p:cNvPr>
          <p:cNvGrpSpPr/>
          <p:nvPr/>
        </p:nvGrpSpPr>
        <p:grpSpPr>
          <a:xfrm>
            <a:off x="7660866" y="3534961"/>
            <a:ext cx="1837040" cy="1237730"/>
            <a:chOff x="7660866" y="3534961"/>
            <a:chExt cx="1837040" cy="1237730"/>
          </a:xfrm>
        </p:grpSpPr>
        <p:grpSp>
          <p:nvGrpSpPr>
            <p:cNvPr id="7" name="Group 6">
              <a:extLst>
                <a:ext uri="{FF2B5EF4-FFF2-40B4-BE49-F238E27FC236}">
                  <a16:creationId xmlns:a16="http://schemas.microsoft.com/office/drawing/2014/main" id="{8867ED3C-47F5-8B0E-405A-0BB0F0FFE8C7}"/>
                </a:ext>
              </a:extLst>
            </p:cNvPr>
            <p:cNvGrpSpPr/>
            <p:nvPr/>
          </p:nvGrpSpPr>
          <p:grpSpPr>
            <a:xfrm>
              <a:off x="7660866" y="3847998"/>
              <a:ext cx="1837040" cy="924693"/>
              <a:chOff x="1112104" y="3429000"/>
              <a:chExt cx="1837040" cy="924693"/>
            </a:xfrm>
          </p:grpSpPr>
          <p:grpSp>
            <p:nvGrpSpPr>
              <p:cNvPr id="11" name="Group 10">
                <a:extLst>
                  <a:ext uri="{FF2B5EF4-FFF2-40B4-BE49-F238E27FC236}">
                    <a16:creationId xmlns:a16="http://schemas.microsoft.com/office/drawing/2014/main" id="{EA3CE48A-EF08-746E-4610-A83683D4FB79}"/>
                  </a:ext>
                </a:extLst>
              </p:cNvPr>
              <p:cNvGrpSpPr/>
              <p:nvPr/>
            </p:nvGrpSpPr>
            <p:grpSpPr>
              <a:xfrm>
                <a:off x="1112105" y="3429000"/>
                <a:ext cx="1837039" cy="626074"/>
                <a:chOff x="1112107" y="1853514"/>
                <a:chExt cx="1837039" cy="626074"/>
              </a:xfrm>
            </p:grpSpPr>
            <p:sp>
              <p:nvSpPr>
                <p:cNvPr id="13" name="Rectangle 12">
                  <a:extLst>
                    <a:ext uri="{FF2B5EF4-FFF2-40B4-BE49-F238E27FC236}">
                      <a16:creationId xmlns:a16="http://schemas.microsoft.com/office/drawing/2014/main" id="{E3A20F0C-6D96-1798-7DE6-8FDD8D73792E}"/>
                    </a:ext>
                  </a:extLst>
                </p:cNvPr>
                <p:cNvSpPr/>
                <p:nvPr/>
              </p:nvSpPr>
              <p:spPr>
                <a:xfrm>
                  <a:off x="1112108" y="1853514"/>
                  <a:ext cx="1837038" cy="31303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sz="900" dirty="0">
                      <a:solidFill>
                        <a:schemeClr val="tx1"/>
                      </a:solidFill>
                      <a:effectLst>
                        <a:outerShdw blurRad="38100" dist="38100" dir="2700000" algn="tl">
                          <a:srgbClr val="000000">
                            <a:alpha val="43137"/>
                          </a:srgbClr>
                        </a:outerShdw>
                      </a:effectLst>
                    </a:rPr>
                    <a:t>Component Status</a:t>
                  </a:r>
                </a:p>
              </p:txBody>
            </p:sp>
            <p:sp>
              <p:nvSpPr>
                <p:cNvPr id="14" name="Rectangle 13">
                  <a:extLst>
                    <a:ext uri="{FF2B5EF4-FFF2-40B4-BE49-F238E27FC236}">
                      <a16:creationId xmlns:a16="http://schemas.microsoft.com/office/drawing/2014/main" id="{35BC8DB1-377C-7B07-45C4-0897F81169EB}"/>
                    </a:ext>
                  </a:extLst>
                </p:cNvPr>
                <p:cNvSpPr/>
                <p:nvPr/>
              </p:nvSpPr>
              <p:spPr>
                <a:xfrm>
                  <a:off x="1112107" y="2166551"/>
                  <a:ext cx="1837037" cy="31303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sz="900" dirty="0">
                      <a:solidFill>
                        <a:schemeClr val="tx1"/>
                      </a:solidFill>
                      <a:effectLst>
                        <a:outerShdw blurRad="38100" dist="38100" dir="2700000" algn="tl">
                          <a:srgbClr val="000000">
                            <a:alpha val="43137"/>
                          </a:srgbClr>
                        </a:outerShdw>
                      </a:effectLst>
                    </a:rPr>
                    <a:t>Life cycle Manager API</a:t>
                  </a:r>
                </a:p>
              </p:txBody>
            </p:sp>
          </p:grpSp>
          <p:sp>
            <p:nvSpPr>
              <p:cNvPr id="12" name="Rectangle 11">
                <a:extLst>
                  <a:ext uri="{FF2B5EF4-FFF2-40B4-BE49-F238E27FC236}">
                    <a16:creationId xmlns:a16="http://schemas.microsoft.com/office/drawing/2014/main" id="{1A53FEAB-E4DE-ED0B-D39F-F7E6E67B8EFD}"/>
                  </a:ext>
                </a:extLst>
              </p:cNvPr>
              <p:cNvSpPr/>
              <p:nvPr/>
            </p:nvSpPr>
            <p:spPr>
              <a:xfrm>
                <a:off x="1112104" y="4040656"/>
                <a:ext cx="1837037" cy="31303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sz="900" dirty="0">
                    <a:solidFill>
                      <a:schemeClr val="tx1"/>
                    </a:solidFill>
                    <a:effectLst>
                      <a:outerShdw blurRad="38100" dist="38100" dir="2700000" algn="tl">
                        <a:srgbClr val="000000">
                          <a:alpha val="43137"/>
                        </a:srgbClr>
                      </a:outerShdw>
                    </a:effectLst>
                  </a:rPr>
                  <a:t>Status notify API</a:t>
                </a:r>
              </a:p>
            </p:txBody>
          </p:sp>
        </p:grpSp>
        <p:sp>
          <p:nvSpPr>
            <p:cNvPr id="9" name="TextBox 8">
              <a:extLst>
                <a:ext uri="{FF2B5EF4-FFF2-40B4-BE49-F238E27FC236}">
                  <a16:creationId xmlns:a16="http://schemas.microsoft.com/office/drawing/2014/main" id="{13E106D0-7221-76C5-8B5B-B6D180C1CD39}"/>
                </a:ext>
              </a:extLst>
            </p:cNvPr>
            <p:cNvSpPr txBox="1"/>
            <p:nvPr/>
          </p:nvSpPr>
          <p:spPr>
            <a:xfrm>
              <a:off x="7702054" y="3534961"/>
              <a:ext cx="1754660" cy="276999"/>
            </a:xfrm>
            <a:prstGeom prst="rect">
              <a:avLst/>
            </a:prstGeom>
            <a:noFill/>
          </p:spPr>
          <p:txBody>
            <a:bodyPr wrap="square" rtlCol="0">
              <a:spAutoFit/>
            </a:bodyPr>
            <a:lstStyle/>
            <a:p>
              <a:r>
                <a:rPr lang="en-US" sz="1200" dirty="0"/>
                <a:t>Component Container</a:t>
              </a:r>
            </a:p>
          </p:txBody>
        </p:sp>
      </p:grpSp>
      <p:cxnSp>
        <p:nvCxnSpPr>
          <p:cNvPr id="10" name="Straight Arrow Connector 9">
            <a:extLst>
              <a:ext uri="{FF2B5EF4-FFF2-40B4-BE49-F238E27FC236}">
                <a16:creationId xmlns:a16="http://schemas.microsoft.com/office/drawing/2014/main" id="{4B68A421-2B80-445A-025E-208C8FFF707F}"/>
              </a:ext>
            </a:extLst>
          </p:cNvPr>
          <p:cNvCxnSpPr>
            <a:cxnSpLocks/>
          </p:cNvCxnSpPr>
          <p:nvPr/>
        </p:nvCxnSpPr>
        <p:spPr>
          <a:xfrm>
            <a:off x="3042239" y="4161035"/>
            <a:ext cx="1292017" cy="720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3" name="Straight Arrow Connector 22">
            <a:extLst>
              <a:ext uri="{FF2B5EF4-FFF2-40B4-BE49-F238E27FC236}">
                <a16:creationId xmlns:a16="http://schemas.microsoft.com/office/drawing/2014/main" id="{0F8AB9DE-8FB5-9E96-1E27-2B2786A43360}"/>
              </a:ext>
            </a:extLst>
          </p:cNvPr>
          <p:cNvCxnSpPr>
            <a:cxnSpLocks/>
          </p:cNvCxnSpPr>
          <p:nvPr/>
        </p:nvCxnSpPr>
        <p:spPr>
          <a:xfrm>
            <a:off x="6192796" y="4177111"/>
            <a:ext cx="1468069" cy="720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nvGrpSpPr>
          <p:cNvPr id="33" name="Group 32">
            <a:extLst>
              <a:ext uri="{FF2B5EF4-FFF2-40B4-BE49-F238E27FC236}">
                <a16:creationId xmlns:a16="http://schemas.microsoft.com/office/drawing/2014/main" id="{396973A9-88BA-CA29-C3CE-1C67052FD393}"/>
              </a:ext>
            </a:extLst>
          </p:cNvPr>
          <p:cNvGrpSpPr/>
          <p:nvPr/>
        </p:nvGrpSpPr>
        <p:grpSpPr>
          <a:xfrm>
            <a:off x="4305188" y="3459390"/>
            <a:ext cx="2075688" cy="1649420"/>
            <a:chOff x="4305188" y="3459390"/>
            <a:chExt cx="2075688" cy="1649420"/>
          </a:xfrm>
        </p:grpSpPr>
        <p:sp>
          <p:nvSpPr>
            <p:cNvPr id="21" name="Rectangle 20">
              <a:extLst>
                <a:ext uri="{FF2B5EF4-FFF2-40B4-BE49-F238E27FC236}">
                  <a16:creationId xmlns:a16="http://schemas.microsoft.com/office/drawing/2014/main" id="{F46E3E13-2AE0-CE09-318B-B933122E6EF0}"/>
                </a:ext>
              </a:extLst>
            </p:cNvPr>
            <p:cNvSpPr/>
            <p:nvPr/>
          </p:nvSpPr>
          <p:spPr>
            <a:xfrm>
              <a:off x="4334256" y="4155818"/>
              <a:ext cx="1837037" cy="31303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sz="900" dirty="0">
                  <a:solidFill>
                    <a:schemeClr val="tx1"/>
                  </a:solidFill>
                  <a:effectLst>
                    <a:outerShdw blurRad="38100" dist="38100" dir="2700000" algn="tl">
                      <a:srgbClr val="000000">
                        <a:alpha val="43137"/>
                      </a:srgbClr>
                    </a:outerShdw>
                  </a:effectLst>
                </a:rPr>
                <a:t>Reference to Component#2 container </a:t>
              </a:r>
            </a:p>
          </p:txBody>
        </p:sp>
        <p:sp>
          <p:nvSpPr>
            <p:cNvPr id="22" name="TextBox 21">
              <a:extLst>
                <a:ext uri="{FF2B5EF4-FFF2-40B4-BE49-F238E27FC236}">
                  <a16:creationId xmlns:a16="http://schemas.microsoft.com/office/drawing/2014/main" id="{A0B231C8-311B-84EE-7C5A-3AFBD2F1083F}"/>
                </a:ext>
              </a:extLst>
            </p:cNvPr>
            <p:cNvSpPr txBox="1"/>
            <p:nvPr/>
          </p:nvSpPr>
          <p:spPr>
            <a:xfrm>
              <a:off x="4305188" y="3459390"/>
              <a:ext cx="2075688" cy="276999"/>
            </a:xfrm>
            <a:prstGeom prst="rect">
              <a:avLst/>
            </a:prstGeom>
            <a:noFill/>
          </p:spPr>
          <p:txBody>
            <a:bodyPr wrap="square" rtlCol="0">
              <a:spAutoFit/>
            </a:bodyPr>
            <a:lstStyle/>
            <a:p>
              <a:r>
                <a:rPr lang="en-US" sz="1200" dirty="0"/>
                <a:t>Component Container List</a:t>
              </a:r>
            </a:p>
          </p:txBody>
        </p:sp>
        <p:sp>
          <p:nvSpPr>
            <p:cNvPr id="28" name="Rectangle 27">
              <a:extLst>
                <a:ext uri="{FF2B5EF4-FFF2-40B4-BE49-F238E27FC236}">
                  <a16:creationId xmlns:a16="http://schemas.microsoft.com/office/drawing/2014/main" id="{AF85870B-00DD-CA8A-CA4B-7F0C6A6989C6}"/>
                </a:ext>
              </a:extLst>
            </p:cNvPr>
            <p:cNvSpPr/>
            <p:nvPr/>
          </p:nvSpPr>
          <p:spPr>
            <a:xfrm>
              <a:off x="4334255" y="3842208"/>
              <a:ext cx="1837037" cy="31303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sz="900" dirty="0">
                  <a:solidFill>
                    <a:schemeClr val="tx1"/>
                  </a:solidFill>
                  <a:effectLst>
                    <a:outerShdw blurRad="38100" dist="38100" dir="2700000" algn="tl">
                      <a:srgbClr val="000000">
                        <a:alpha val="43137"/>
                      </a:srgbClr>
                    </a:outerShdw>
                  </a:effectLst>
                </a:rPr>
                <a:t>Reference to Component#1 container </a:t>
              </a:r>
            </a:p>
          </p:txBody>
        </p:sp>
        <p:sp>
          <p:nvSpPr>
            <p:cNvPr id="29" name="Rectangle 28">
              <a:extLst>
                <a:ext uri="{FF2B5EF4-FFF2-40B4-BE49-F238E27FC236}">
                  <a16:creationId xmlns:a16="http://schemas.microsoft.com/office/drawing/2014/main" id="{B9465308-DB0C-12D6-AD93-6E69178016A0}"/>
                </a:ext>
              </a:extLst>
            </p:cNvPr>
            <p:cNvSpPr/>
            <p:nvPr/>
          </p:nvSpPr>
          <p:spPr>
            <a:xfrm>
              <a:off x="4334254" y="4795773"/>
              <a:ext cx="1837037" cy="31303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sz="900" dirty="0">
                  <a:solidFill>
                    <a:schemeClr val="tx1"/>
                  </a:solidFill>
                  <a:effectLst>
                    <a:outerShdw blurRad="38100" dist="38100" dir="2700000" algn="tl">
                      <a:srgbClr val="000000">
                        <a:alpha val="43137"/>
                      </a:srgbClr>
                    </a:outerShdw>
                  </a:effectLst>
                </a:rPr>
                <a:t>Reference to Component#N container </a:t>
              </a:r>
            </a:p>
          </p:txBody>
        </p:sp>
        <p:sp>
          <p:nvSpPr>
            <p:cNvPr id="31" name="Oval 30">
              <a:extLst>
                <a:ext uri="{FF2B5EF4-FFF2-40B4-BE49-F238E27FC236}">
                  <a16:creationId xmlns:a16="http://schemas.microsoft.com/office/drawing/2014/main" id="{6EBAEC9F-EF2D-B367-E4B8-6F2D2B1BBA85}"/>
                </a:ext>
              </a:extLst>
            </p:cNvPr>
            <p:cNvSpPr/>
            <p:nvPr/>
          </p:nvSpPr>
          <p:spPr>
            <a:xfrm flipV="1">
              <a:off x="5215128" y="4528955"/>
              <a:ext cx="45719" cy="4571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5C2C350F-B429-F3BF-D50D-F93D6A7BBDE6}"/>
                </a:ext>
              </a:extLst>
            </p:cNvPr>
            <p:cNvSpPr/>
            <p:nvPr/>
          </p:nvSpPr>
          <p:spPr>
            <a:xfrm flipV="1">
              <a:off x="5212080" y="4681355"/>
              <a:ext cx="45719" cy="4571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005728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46B07-47C7-44FF-01B4-2D2D227906D8}"/>
              </a:ext>
            </a:extLst>
          </p:cNvPr>
          <p:cNvSpPr>
            <a:spLocks noGrp="1"/>
          </p:cNvSpPr>
          <p:nvPr>
            <p:ph type="title"/>
          </p:nvPr>
        </p:nvSpPr>
        <p:spPr/>
        <p:txBody>
          <a:bodyPr/>
          <a:lstStyle/>
          <a:p>
            <a:r>
              <a:rPr lang="en-US" sz="1400" dirty="0"/>
              <a:t> </a:t>
            </a:r>
            <a:r>
              <a:rPr lang="en-US" sz="2400" dirty="0">
                <a:latin typeface="Times New Roman" panose="02020603050405020304" pitchFamily="18" charset="0"/>
                <a:cs typeface="Times New Roman" panose="02020603050405020304" pitchFamily="18" charset="0"/>
              </a:rPr>
              <a:t>EcuAppM – Component Locality </a:t>
            </a:r>
          </a:p>
        </p:txBody>
      </p:sp>
      <p:sp>
        <p:nvSpPr>
          <p:cNvPr id="3" name="Slide Number Placeholder 2">
            <a:extLst>
              <a:ext uri="{FF2B5EF4-FFF2-40B4-BE49-F238E27FC236}">
                <a16:creationId xmlns:a16="http://schemas.microsoft.com/office/drawing/2014/main" id="{0455E7A8-20FC-7FD7-7E74-9BFB15AA5828}"/>
              </a:ext>
            </a:extLst>
          </p:cNvPr>
          <p:cNvSpPr>
            <a:spLocks noGrp="1"/>
          </p:cNvSpPr>
          <p:nvPr>
            <p:ph type="sldNum" sz="quarter" idx="11"/>
          </p:nvPr>
        </p:nvSpPr>
        <p:spPr/>
        <p:txBody>
          <a:bodyPr/>
          <a:lstStyle/>
          <a:p>
            <a:pPr>
              <a:defRPr/>
            </a:pPr>
            <a:fld id="{976FD3BF-6627-4C73-B326-16A2F7B5A470}" type="slidenum">
              <a:rPr lang="en-US" smtClean="0"/>
              <a:pPr>
                <a:defRPr/>
              </a:pPr>
              <a:t>14</a:t>
            </a:fld>
            <a:endParaRPr lang="en-US" dirty="0"/>
          </a:p>
        </p:txBody>
      </p:sp>
      <p:grpSp>
        <p:nvGrpSpPr>
          <p:cNvPr id="60" name="Group 59">
            <a:extLst>
              <a:ext uri="{FF2B5EF4-FFF2-40B4-BE49-F238E27FC236}">
                <a16:creationId xmlns:a16="http://schemas.microsoft.com/office/drawing/2014/main" id="{1D7EB74A-43B7-B3C6-C9A8-A833904FE799}"/>
              </a:ext>
            </a:extLst>
          </p:cNvPr>
          <p:cNvGrpSpPr/>
          <p:nvPr/>
        </p:nvGrpSpPr>
        <p:grpSpPr>
          <a:xfrm>
            <a:off x="3757401" y="2356003"/>
            <a:ext cx="5069620" cy="3921089"/>
            <a:chOff x="4077441" y="1176427"/>
            <a:chExt cx="5069620" cy="3921089"/>
          </a:xfrm>
        </p:grpSpPr>
        <p:sp>
          <p:nvSpPr>
            <p:cNvPr id="5" name="Rectangle 4">
              <a:extLst>
                <a:ext uri="{FF2B5EF4-FFF2-40B4-BE49-F238E27FC236}">
                  <a16:creationId xmlns:a16="http://schemas.microsoft.com/office/drawing/2014/main" id="{BCEFC34A-1DFC-8F19-D0CB-3A57C8E53F14}"/>
                </a:ext>
              </a:extLst>
            </p:cNvPr>
            <p:cNvSpPr/>
            <p:nvPr/>
          </p:nvSpPr>
          <p:spPr>
            <a:xfrm>
              <a:off x="4077441" y="1311993"/>
              <a:ext cx="1358291" cy="365125"/>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sz="1000" b="1" dirty="0">
                  <a:effectLst>
                    <a:outerShdw blurRad="38100" dist="38100" dir="2700000" algn="tl">
                      <a:srgbClr val="000000">
                        <a:alpha val="43137"/>
                      </a:srgbClr>
                    </a:outerShdw>
                  </a:effectLst>
                </a:rPr>
                <a:t>Group Container</a:t>
              </a:r>
            </a:p>
          </p:txBody>
        </p:sp>
        <p:cxnSp>
          <p:nvCxnSpPr>
            <p:cNvPr id="20" name="Straight Arrow Connector 19">
              <a:extLst>
                <a:ext uri="{FF2B5EF4-FFF2-40B4-BE49-F238E27FC236}">
                  <a16:creationId xmlns:a16="http://schemas.microsoft.com/office/drawing/2014/main" id="{0491BBB0-2858-5152-BF87-A476353B5EA1}"/>
                </a:ext>
              </a:extLst>
            </p:cNvPr>
            <p:cNvCxnSpPr/>
            <p:nvPr/>
          </p:nvCxnSpPr>
          <p:spPr>
            <a:xfrm flipH="1">
              <a:off x="4670043" y="1682654"/>
              <a:ext cx="1" cy="47989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grpSp>
          <p:nvGrpSpPr>
            <p:cNvPr id="44" name="Group 43">
              <a:extLst>
                <a:ext uri="{FF2B5EF4-FFF2-40B4-BE49-F238E27FC236}">
                  <a16:creationId xmlns:a16="http://schemas.microsoft.com/office/drawing/2014/main" id="{24D7B8E5-41D9-B0FD-9B03-FCBFA936C2F2}"/>
                </a:ext>
              </a:extLst>
            </p:cNvPr>
            <p:cNvGrpSpPr/>
            <p:nvPr/>
          </p:nvGrpSpPr>
          <p:grpSpPr>
            <a:xfrm>
              <a:off x="4081519" y="2168087"/>
              <a:ext cx="1177047" cy="1713690"/>
              <a:chOff x="3514091" y="4411621"/>
              <a:chExt cx="1177047" cy="1713690"/>
            </a:xfrm>
          </p:grpSpPr>
          <p:sp>
            <p:nvSpPr>
              <p:cNvPr id="38" name="Rectangle 37">
                <a:extLst>
                  <a:ext uri="{FF2B5EF4-FFF2-40B4-BE49-F238E27FC236}">
                    <a16:creationId xmlns:a16="http://schemas.microsoft.com/office/drawing/2014/main" id="{4C787059-7D0A-84E3-4926-DEECCAD6049F}"/>
                  </a:ext>
                </a:extLst>
              </p:cNvPr>
              <p:cNvSpPr/>
              <p:nvPr/>
            </p:nvSpPr>
            <p:spPr>
              <a:xfrm>
                <a:off x="3514091" y="4411621"/>
                <a:ext cx="1177047" cy="1713690"/>
              </a:xfrm>
              <a:prstGeom prst="rect">
                <a:avLst/>
              </a:prstGeom>
              <a:ln w="19050">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kumimoji="1" lang="en-US" dirty="0">
                  <a:effectLst>
                    <a:outerShdw blurRad="38100" dist="38100" dir="2700000" algn="tl">
                      <a:srgbClr val="000000">
                        <a:alpha val="43137"/>
                      </a:srgbClr>
                    </a:outerShdw>
                  </a:effectLst>
                </a:endParaRPr>
              </a:p>
            </p:txBody>
          </p:sp>
          <p:sp>
            <p:nvSpPr>
              <p:cNvPr id="39" name="Rectangle 38">
                <a:extLst>
                  <a:ext uri="{FF2B5EF4-FFF2-40B4-BE49-F238E27FC236}">
                    <a16:creationId xmlns:a16="http://schemas.microsoft.com/office/drawing/2014/main" id="{1FBB72B7-61C8-AE44-E04A-773B543984A1}"/>
                  </a:ext>
                </a:extLst>
              </p:cNvPr>
              <p:cNvSpPr/>
              <p:nvPr/>
            </p:nvSpPr>
            <p:spPr>
              <a:xfrm>
                <a:off x="3553003" y="455044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40" name="Rectangle 39">
                <a:extLst>
                  <a:ext uri="{FF2B5EF4-FFF2-40B4-BE49-F238E27FC236}">
                    <a16:creationId xmlns:a16="http://schemas.microsoft.com/office/drawing/2014/main" id="{4BC25033-4771-F03B-864F-3197F51026BD}"/>
                  </a:ext>
                </a:extLst>
              </p:cNvPr>
              <p:cNvSpPr/>
              <p:nvPr/>
            </p:nvSpPr>
            <p:spPr>
              <a:xfrm>
                <a:off x="3705403" y="470284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41" name="Rectangle 40">
                <a:extLst>
                  <a:ext uri="{FF2B5EF4-FFF2-40B4-BE49-F238E27FC236}">
                    <a16:creationId xmlns:a16="http://schemas.microsoft.com/office/drawing/2014/main" id="{292AA120-CF8C-5D1B-728E-03CEC4281C2A}"/>
                  </a:ext>
                </a:extLst>
              </p:cNvPr>
              <p:cNvSpPr/>
              <p:nvPr/>
            </p:nvSpPr>
            <p:spPr>
              <a:xfrm>
                <a:off x="3857803" y="485524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42" name="Rectangle 41">
                <a:extLst>
                  <a:ext uri="{FF2B5EF4-FFF2-40B4-BE49-F238E27FC236}">
                    <a16:creationId xmlns:a16="http://schemas.microsoft.com/office/drawing/2014/main" id="{78B5CF44-56C0-A938-AD57-C327CA98E788}"/>
                  </a:ext>
                </a:extLst>
              </p:cNvPr>
              <p:cNvSpPr/>
              <p:nvPr/>
            </p:nvSpPr>
            <p:spPr>
              <a:xfrm>
                <a:off x="4010203" y="5007644"/>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sp>
            <p:nvSpPr>
              <p:cNvPr id="43" name="TextBox 42">
                <a:extLst>
                  <a:ext uri="{FF2B5EF4-FFF2-40B4-BE49-F238E27FC236}">
                    <a16:creationId xmlns:a16="http://schemas.microsoft.com/office/drawing/2014/main" id="{209DEA5D-5965-70F4-1E9C-9CEEC98258E7}"/>
                  </a:ext>
                </a:extLst>
              </p:cNvPr>
              <p:cNvSpPr txBox="1"/>
              <p:nvPr/>
            </p:nvSpPr>
            <p:spPr>
              <a:xfrm>
                <a:off x="3603681" y="5834088"/>
                <a:ext cx="1019831" cy="276999"/>
              </a:xfrm>
              <a:prstGeom prst="rect">
                <a:avLst/>
              </a:prstGeom>
              <a:noFill/>
            </p:spPr>
            <p:txBody>
              <a:bodyPr wrap="none" rtlCol="0">
                <a:spAutoFit/>
              </a:bodyPr>
              <a:lstStyle/>
              <a:p>
                <a:r>
                  <a:rPr lang="en-US" sz="1200" dirty="0">
                    <a:solidFill>
                      <a:srgbClr val="0C3D60"/>
                    </a:solidFill>
                  </a:rPr>
                  <a:t>components</a:t>
                </a:r>
              </a:p>
            </p:txBody>
          </p:sp>
        </p:grpSp>
        <p:grpSp>
          <p:nvGrpSpPr>
            <p:cNvPr id="49" name="Group 48">
              <a:extLst>
                <a:ext uri="{FF2B5EF4-FFF2-40B4-BE49-F238E27FC236}">
                  <a16:creationId xmlns:a16="http://schemas.microsoft.com/office/drawing/2014/main" id="{D5BE86FA-9A67-6183-4B35-73F0924CF52C}"/>
                </a:ext>
              </a:extLst>
            </p:cNvPr>
            <p:cNvGrpSpPr/>
            <p:nvPr/>
          </p:nvGrpSpPr>
          <p:grpSpPr>
            <a:xfrm>
              <a:off x="7970014" y="1176427"/>
              <a:ext cx="1177047" cy="1380645"/>
              <a:chOff x="1692699" y="3881777"/>
              <a:chExt cx="1177047" cy="1380645"/>
            </a:xfrm>
          </p:grpSpPr>
          <p:sp>
            <p:nvSpPr>
              <p:cNvPr id="46" name="Rectangle 45">
                <a:extLst>
                  <a:ext uri="{FF2B5EF4-FFF2-40B4-BE49-F238E27FC236}">
                    <a16:creationId xmlns:a16="http://schemas.microsoft.com/office/drawing/2014/main" id="{D1CEC5F2-D877-6672-CF0F-1AC8C56E6305}"/>
                  </a:ext>
                </a:extLst>
              </p:cNvPr>
              <p:cNvSpPr/>
              <p:nvPr/>
            </p:nvSpPr>
            <p:spPr>
              <a:xfrm>
                <a:off x="1692699" y="3881777"/>
                <a:ext cx="1177047" cy="1341649"/>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TextBox 46">
                <a:extLst>
                  <a:ext uri="{FF2B5EF4-FFF2-40B4-BE49-F238E27FC236}">
                    <a16:creationId xmlns:a16="http://schemas.microsoft.com/office/drawing/2014/main" id="{9BE8F8C4-42D0-293B-B8B4-A15A3F3DE92E}"/>
                  </a:ext>
                </a:extLst>
              </p:cNvPr>
              <p:cNvSpPr txBox="1"/>
              <p:nvPr/>
            </p:nvSpPr>
            <p:spPr>
              <a:xfrm>
                <a:off x="2021171" y="4985423"/>
                <a:ext cx="412292" cy="276999"/>
              </a:xfrm>
              <a:prstGeom prst="rect">
                <a:avLst/>
              </a:prstGeom>
              <a:noFill/>
            </p:spPr>
            <p:txBody>
              <a:bodyPr wrap="square" rtlCol="0">
                <a:spAutoFit/>
              </a:bodyPr>
              <a:lstStyle/>
              <a:p>
                <a:r>
                  <a:rPr lang="en-US" sz="1200" dirty="0">
                    <a:solidFill>
                      <a:schemeClr val="tx2"/>
                    </a:solidFill>
                  </a:rPr>
                  <a:t>VIP</a:t>
                </a:r>
              </a:p>
            </p:txBody>
          </p:sp>
          <p:sp>
            <p:nvSpPr>
              <p:cNvPr id="48" name="Rectangle 47">
                <a:extLst>
                  <a:ext uri="{FF2B5EF4-FFF2-40B4-BE49-F238E27FC236}">
                    <a16:creationId xmlns:a16="http://schemas.microsoft.com/office/drawing/2014/main" id="{ACBB4D0B-4C14-5B4F-B6B2-520FC34204BA}"/>
                  </a:ext>
                </a:extLst>
              </p:cNvPr>
              <p:cNvSpPr/>
              <p:nvPr/>
            </p:nvSpPr>
            <p:spPr>
              <a:xfrm>
                <a:off x="1976421" y="4083788"/>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grpSp>
        <p:grpSp>
          <p:nvGrpSpPr>
            <p:cNvPr id="50" name="Group 49">
              <a:extLst>
                <a:ext uri="{FF2B5EF4-FFF2-40B4-BE49-F238E27FC236}">
                  <a16:creationId xmlns:a16="http://schemas.microsoft.com/office/drawing/2014/main" id="{2B2D1B7D-54D1-D2DD-D191-EB034CF1A95E}"/>
                </a:ext>
              </a:extLst>
            </p:cNvPr>
            <p:cNvGrpSpPr/>
            <p:nvPr/>
          </p:nvGrpSpPr>
          <p:grpSpPr>
            <a:xfrm>
              <a:off x="7970014" y="3716871"/>
              <a:ext cx="1177047" cy="1380645"/>
              <a:chOff x="1692699" y="3881777"/>
              <a:chExt cx="1177047" cy="1380645"/>
            </a:xfrm>
          </p:grpSpPr>
          <p:sp>
            <p:nvSpPr>
              <p:cNvPr id="51" name="Rectangle 50">
                <a:extLst>
                  <a:ext uri="{FF2B5EF4-FFF2-40B4-BE49-F238E27FC236}">
                    <a16:creationId xmlns:a16="http://schemas.microsoft.com/office/drawing/2014/main" id="{858BFFD3-61A3-4EC8-B44B-15993310E0B1}"/>
                  </a:ext>
                </a:extLst>
              </p:cNvPr>
              <p:cNvSpPr/>
              <p:nvPr/>
            </p:nvSpPr>
            <p:spPr>
              <a:xfrm>
                <a:off x="1692699" y="3881777"/>
                <a:ext cx="1177047" cy="1341649"/>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TextBox 51">
                <a:extLst>
                  <a:ext uri="{FF2B5EF4-FFF2-40B4-BE49-F238E27FC236}">
                    <a16:creationId xmlns:a16="http://schemas.microsoft.com/office/drawing/2014/main" id="{6DC7AD8A-FFE6-EA1E-FAEF-90123DD02430}"/>
                  </a:ext>
                </a:extLst>
              </p:cNvPr>
              <p:cNvSpPr txBox="1"/>
              <p:nvPr/>
            </p:nvSpPr>
            <p:spPr>
              <a:xfrm>
                <a:off x="2021171" y="4985423"/>
                <a:ext cx="564850" cy="276999"/>
              </a:xfrm>
              <a:prstGeom prst="rect">
                <a:avLst/>
              </a:prstGeom>
              <a:noFill/>
            </p:spPr>
            <p:txBody>
              <a:bodyPr wrap="square" rtlCol="0">
                <a:spAutoFit/>
              </a:bodyPr>
              <a:lstStyle/>
              <a:p>
                <a:r>
                  <a:rPr lang="en-US" sz="1200" dirty="0">
                    <a:solidFill>
                      <a:schemeClr val="tx2"/>
                    </a:solidFill>
                  </a:rPr>
                  <a:t>  GIP</a:t>
                </a:r>
              </a:p>
            </p:txBody>
          </p:sp>
          <p:sp>
            <p:nvSpPr>
              <p:cNvPr id="53" name="Rectangle 52">
                <a:extLst>
                  <a:ext uri="{FF2B5EF4-FFF2-40B4-BE49-F238E27FC236}">
                    <a16:creationId xmlns:a16="http://schemas.microsoft.com/office/drawing/2014/main" id="{A3402D95-09E7-9C26-9CF5-7EDE0DA0B366}"/>
                  </a:ext>
                </a:extLst>
              </p:cNvPr>
              <p:cNvSpPr/>
              <p:nvPr/>
            </p:nvSpPr>
            <p:spPr>
              <a:xfrm>
                <a:off x="1976421" y="4083788"/>
                <a:ext cx="609600" cy="826444"/>
              </a:xfrm>
              <a:prstGeom prst="rect">
                <a:avLst/>
              </a:prstGeom>
              <a:solidFill>
                <a:schemeClr val="accent6">
                  <a:lumMod val="75000"/>
                </a:schemeClr>
              </a:solidFill>
              <a:ln w="19050">
                <a:solidFill>
                  <a:schemeClr val="tx1"/>
                </a:solidFill>
              </a:ln>
              <a:scene3d>
                <a:camera prst="isometricRightUp"/>
                <a:lightRig rig="threePt" dir="t"/>
              </a:scene3d>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en-US" dirty="0">
                  <a:solidFill>
                    <a:schemeClr val="tx1"/>
                  </a:solidFill>
                  <a:effectLst>
                    <a:outerShdw blurRad="38100" dist="38100" dir="2700000" algn="tl">
                      <a:srgbClr val="000000">
                        <a:alpha val="43137"/>
                      </a:srgbClr>
                    </a:outerShdw>
                  </a:effectLst>
                  <a:highlight>
                    <a:srgbClr val="000080"/>
                  </a:highlight>
                </a:endParaRPr>
              </a:p>
            </p:txBody>
          </p:sp>
        </p:grpSp>
        <p:cxnSp>
          <p:nvCxnSpPr>
            <p:cNvPr id="55" name="Straight Arrow Connector 54">
              <a:extLst>
                <a:ext uri="{FF2B5EF4-FFF2-40B4-BE49-F238E27FC236}">
                  <a16:creationId xmlns:a16="http://schemas.microsoft.com/office/drawing/2014/main" id="{7C9E4CF0-019B-0074-D448-7BC018DF0971}"/>
                </a:ext>
              </a:extLst>
            </p:cNvPr>
            <p:cNvCxnSpPr>
              <a:cxnSpLocks/>
              <a:endCxn id="46" idx="1"/>
            </p:cNvCxnSpPr>
            <p:nvPr/>
          </p:nvCxnSpPr>
          <p:spPr>
            <a:xfrm flipV="1">
              <a:off x="4882431" y="1847252"/>
              <a:ext cx="3087583" cy="872880"/>
            </a:xfrm>
            <a:prstGeom prst="straightConnector1">
              <a:avLst/>
            </a:prstGeom>
            <a:ln w="254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C91B5F04-8BBD-0532-69B8-675AA62A93A7}"/>
                </a:ext>
              </a:extLst>
            </p:cNvPr>
            <p:cNvCxnSpPr>
              <a:cxnSpLocks/>
              <a:endCxn id="51" idx="1"/>
            </p:cNvCxnSpPr>
            <p:nvPr/>
          </p:nvCxnSpPr>
          <p:spPr>
            <a:xfrm>
              <a:off x="5007386" y="3323973"/>
              <a:ext cx="2962628" cy="1063723"/>
            </a:xfrm>
            <a:prstGeom prst="straightConnector1">
              <a:avLst/>
            </a:prstGeom>
            <a:ln w="2540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61" name="TextBox 60">
            <a:extLst>
              <a:ext uri="{FF2B5EF4-FFF2-40B4-BE49-F238E27FC236}">
                <a16:creationId xmlns:a16="http://schemas.microsoft.com/office/drawing/2014/main" id="{C5125525-D738-4129-D0E8-945004C789F6}"/>
              </a:ext>
            </a:extLst>
          </p:cNvPr>
          <p:cNvSpPr txBox="1"/>
          <p:nvPr/>
        </p:nvSpPr>
        <p:spPr>
          <a:xfrm>
            <a:off x="1057656" y="1040051"/>
            <a:ext cx="7485640" cy="369332"/>
          </a:xfrm>
          <a:prstGeom prst="rect">
            <a:avLst/>
          </a:prstGeom>
          <a:noFill/>
        </p:spPr>
        <p:txBody>
          <a:bodyPr wrap="square">
            <a:spAutoFit/>
          </a:bodyPr>
          <a:lstStyle/>
          <a:p>
            <a:r>
              <a:rPr lang="en-US" sz="1800" dirty="0">
                <a:solidFill>
                  <a:schemeClr val="bg1"/>
                </a:solidFill>
                <a:latin typeface="Times New Roman" panose="02020603050405020304" pitchFamily="18" charset="0"/>
                <a:cs typeface="Times New Roman" panose="02020603050405020304" pitchFamily="18" charset="0"/>
              </a:rPr>
              <a:t>A Component can register to any group irrespective of its location  </a:t>
            </a:r>
            <a:endParaRPr lang="en-US" dirty="0">
              <a:solidFill>
                <a:schemeClr val="bg1"/>
              </a:solidFill>
            </a:endParaRPr>
          </a:p>
        </p:txBody>
      </p:sp>
    </p:spTree>
    <p:extLst>
      <p:ext uri="{BB962C8B-B14F-4D97-AF65-F5344CB8AC3E}">
        <p14:creationId xmlns:p14="http://schemas.microsoft.com/office/powerpoint/2010/main" val="20921742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46B07-47C7-44FF-01B4-2D2D227906D8}"/>
              </a:ext>
            </a:extLst>
          </p:cNvPr>
          <p:cNvSpPr>
            <a:spLocks noGrp="1"/>
          </p:cNvSpPr>
          <p:nvPr>
            <p:ph type="title"/>
          </p:nvPr>
        </p:nvSpPr>
        <p:spPr/>
        <p:txBody>
          <a:bodyPr/>
          <a:lstStyle/>
          <a:p>
            <a:r>
              <a:rPr lang="en-US" sz="1400" dirty="0"/>
              <a:t> </a:t>
            </a:r>
            <a:r>
              <a:rPr lang="en-US" sz="2400" dirty="0">
                <a:latin typeface="Times New Roman" panose="02020603050405020304" pitchFamily="18" charset="0"/>
                <a:cs typeface="Times New Roman" panose="02020603050405020304" pitchFamily="18" charset="0"/>
              </a:rPr>
              <a:t>EcuAppM – Configurator </a:t>
            </a:r>
          </a:p>
        </p:txBody>
      </p:sp>
      <p:sp>
        <p:nvSpPr>
          <p:cNvPr id="3" name="Slide Number Placeholder 2">
            <a:extLst>
              <a:ext uri="{FF2B5EF4-FFF2-40B4-BE49-F238E27FC236}">
                <a16:creationId xmlns:a16="http://schemas.microsoft.com/office/drawing/2014/main" id="{0455E7A8-20FC-7FD7-7E74-9BFB15AA5828}"/>
              </a:ext>
            </a:extLst>
          </p:cNvPr>
          <p:cNvSpPr>
            <a:spLocks noGrp="1"/>
          </p:cNvSpPr>
          <p:nvPr>
            <p:ph type="sldNum" sz="quarter" idx="11"/>
          </p:nvPr>
        </p:nvSpPr>
        <p:spPr/>
        <p:txBody>
          <a:bodyPr/>
          <a:lstStyle/>
          <a:p>
            <a:pPr>
              <a:defRPr/>
            </a:pPr>
            <a:fld id="{976FD3BF-6627-4C73-B326-16A2F7B5A470}" type="slidenum">
              <a:rPr lang="en-US" smtClean="0"/>
              <a:pPr>
                <a:defRPr/>
              </a:pPr>
              <a:t>15</a:t>
            </a:fld>
            <a:endParaRPr lang="en-US" dirty="0"/>
          </a:p>
        </p:txBody>
      </p:sp>
      <p:sp>
        <p:nvSpPr>
          <p:cNvPr id="61" name="TextBox 60">
            <a:extLst>
              <a:ext uri="{FF2B5EF4-FFF2-40B4-BE49-F238E27FC236}">
                <a16:creationId xmlns:a16="http://schemas.microsoft.com/office/drawing/2014/main" id="{C5125525-D738-4129-D0E8-945004C789F6}"/>
              </a:ext>
            </a:extLst>
          </p:cNvPr>
          <p:cNvSpPr txBox="1"/>
          <p:nvPr/>
        </p:nvSpPr>
        <p:spPr>
          <a:xfrm>
            <a:off x="460412" y="914289"/>
            <a:ext cx="10384372" cy="923330"/>
          </a:xfrm>
          <a:prstGeom prst="rect">
            <a:avLst/>
          </a:prstGeom>
          <a:noFill/>
        </p:spPr>
        <p:txBody>
          <a:bodyPr wrap="square">
            <a:spAutoFit/>
          </a:bodyPr>
          <a:lstStyle/>
          <a:p>
            <a:r>
              <a:rPr lang="en-US" dirty="0">
                <a:solidFill>
                  <a:schemeClr val="accent2">
                    <a:lumMod val="20000"/>
                    <a:lumOff val="80000"/>
                  </a:schemeClr>
                </a:solidFill>
                <a:latin typeface="Times New Roman" panose="02020603050405020304" pitchFamily="18" charset="0"/>
                <a:cs typeface="Times New Roman" panose="02020603050405020304" pitchFamily="18" charset="0"/>
              </a:rPr>
              <a:t>VcoreConfigurator</a:t>
            </a:r>
            <a:r>
              <a:rPr lang="en-US" dirty="0">
                <a:solidFill>
                  <a:schemeClr val="bg1"/>
                </a:solidFill>
                <a:latin typeface="Times New Roman" panose="02020603050405020304" pitchFamily="18" charset="0"/>
                <a:cs typeface="Times New Roman" panose="02020603050405020304" pitchFamily="18" charset="0"/>
              </a:rPr>
              <a:t> tool will be developed to configure the EcuAppM module. The specification of VcoreConfigurator tool is out of the scope of this presentation.</a:t>
            </a:r>
          </a:p>
          <a:p>
            <a:r>
              <a:rPr lang="en-US" dirty="0">
                <a:solidFill>
                  <a:schemeClr val="bg1"/>
                </a:solidFill>
                <a:latin typeface="Times New Roman" panose="02020603050405020304" pitchFamily="18" charset="0"/>
                <a:cs typeface="Times New Roman" panose="02020603050405020304" pitchFamily="18" charset="0"/>
              </a:rPr>
              <a:t> </a:t>
            </a:r>
            <a:endParaRPr lang="en-US" dirty="0">
              <a:solidFill>
                <a:schemeClr val="bg1"/>
              </a:solidFill>
            </a:endParaRPr>
          </a:p>
        </p:txBody>
      </p:sp>
      <p:grpSp>
        <p:nvGrpSpPr>
          <p:cNvPr id="62" name="Group 61">
            <a:extLst>
              <a:ext uri="{FF2B5EF4-FFF2-40B4-BE49-F238E27FC236}">
                <a16:creationId xmlns:a16="http://schemas.microsoft.com/office/drawing/2014/main" id="{9021162E-C68D-A261-BF77-E6C4A86484F9}"/>
              </a:ext>
            </a:extLst>
          </p:cNvPr>
          <p:cNvGrpSpPr/>
          <p:nvPr/>
        </p:nvGrpSpPr>
        <p:grpSpPr>
          <a:xfrm>
            <a:off x="2009407" y="2221301"/>
            <a:ext cx="7951457" cy="1548223"/>
            <a:chOff x="1369327" y="1754957"/>
            <a:chExt cx="7951457" cy="1548223"/>
          </a:xfrm>
        </p:grpSpPr>
        <p:sp>
          <p:nvSpPr>
            <p:cNvPr id="4" name="Rectangle 3">
              <a:extLst>
                <a:ext uri="{FF2B5EF4-FFF2-40B4-BE49-F238E27FC236}">
                  <a16:creationId xmlns:a16="http://schemas.microsoft.com/office/drawing/2014/main" id="{FD2620C1-E752-C211-AD2A-12A7FC0D44B8}"/>
                </a:ext>
              </a:extLst>
            </p:cNvPr>
            <p:cNvSpPr/>
            <p:nvPr/>
          </p:nvSpPr>
          <p:spPr>
            <a:xfrm>
              <a:off x="3039419" y="1768453"/>
              <a:ext cx="2686431" cy="1534727"/>
            </a:xfrm>
            <a:prstGeom prst="rect">
              <a:avLst/>
            </a:prstGeom>
            <a:solidFill>
              <a:schemeClr val="accent2">
                <a:lumMod val="60000"/>
                <a:lumOff val="40000"/>
              </a:schemeClr>
            </a:solidFill>
            <a:ln w="190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2"/>
                </a:solidFill>
              </a:endParaRPr>
            </a:p>
          </p:txBody>
        </p:sp>
        <p:sp>
          <p:nvSpPr>
            <p:cNvPr id="28" name="TextBox 27">
              <a:extLst>
                <a:ext uri="{FF2B5EF4-FFF2-40B4-BE49-F238E27FC236}">
                  <a16:creationId xmlns:a16="http://schemas.microsoft.com/office/drawing/2014/main" id="{C79EB774-E0C4-3D74-93FF-D6A92BCD3ED9}"/>
                </a:ext>
              </a:extLst>
            </p:cNvPr>
            <p:cNvSpPr txBox="1"/>
            <p:nvPr/>
          </p:nvSpPr>
          <p:spPr>
            <a:xfrm>
              <a:off x="3630300" y="3008387"/>
              <a:ext cx="1447832" cy="276999"/>
            </a:xfrm>
            <a:prstGeom prst="rect">
              <a:avLst/>
            </a:prstGeom>
            <a:noFill/>
          </p:spPr>
          <p:txBody>
            <a:bodyPr wrap="none" rtlCol="0">
              <a:spAutoFit/>
            </a:bodyPr>
            <a:lstStyle/>
            <a:p>
              <a:r>
                <a:rPr lang="en-US" sz="1200" dirty="0">
                  <a:solidFill>
                    <a:schemeClr val="tx2"/>
                  </a:solidFill>
                </a:rPr>
                <a:t>VcoreConfigurator</a:t>
              </a:r>
            </a:p>
          </p:txBody>
        </p:sp>
        <p:grpSp>
          <p:nvGrpSpPr>
            <p:cNvPr id="54" name="Group 53">
              <a:extLst>
                <a:ext uri="{FF2B5EF4-FFF2-40B4-BE49-F238E27FC236}">
                  <a16:creationId xmlns:a16="http://schemas.microsoft.com/office/drawing/2014/main" id="{01314B6F-23FE-287A-F762-618B7D424497}"/>
                </a:ext>
              </a:extLst>
            </p:cNvPr>
            <p:cNvGrpSpPr/>
            <p:nvPr/>
          </p:nvGrpSpPr>
          <p:grpSpPr>
            <a:xfrm>
              <a:off x="1369327" y="1754957"/>
              <a:ext cx="7951457" cy="1534739"/>
              <a:chOff x="1369327" y="1754957"/>
              <a:chExt cx="7951457" cy="1534739"/>
            </a:xfrm>
          </p:grpSpPr>
          <p:grpSp>
            <p:nvGrpSpPr>
              <p:cNvPr id="29" name="Group 28">
                <a:extLst>
                  <a:ext uri="{FF2B5EF4-FFF2-40B4-BE49-F238E27FC236}">
                    <a16:creationId xmlns:a16="http://schemas.microsoft.com/office/drawing/2014/main" id="{A55431C8-4D28-D8C9-BC56-ADC9894FFE61}"/>
                  </a:ext>
                </a:extLst>
              </p:cNvPr>
              <p:cNvGrpSpPr/>
              <p:nvPr/>
            </p:nvGrpSpPr>
            <p:grpSpPr>
              <a:xfrm>
                <a:off x="1369327" y="2215225"/>
                <a:ext cx="643125" cy="821286"/>
                <a:chOff x="1432445" y="2195810"/>
                <a:chExt cx="643125" cy="821286"/>
              </a:xfrm>
            </p:grpSpPr>
            <p:pic>
              <p:nvPicPr>
                <p:cNvPr id="6" name="Picture 5" descr="Related image">
                  <a:extLst>
                    <a:ext uri="{FF2B5EF4-FFF2-40B4-BE49-F238E27FC236}">
                      <a16:creationId xmlns:a16="http://schemas.microsoft.com/office/drawing/2014/main" id="{2531E53B-13E7-8451-F768-0332785DBD9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81480" y="2195810"/>
                  <a:ext cx="559994" cy="533186"/>
                </a:xfrm>
                <a:prstGeom prst="rect">
                  <a:avLst/>
                </a:prstGeom>
                <a:noFill/>
                <a:effectLst>
                  <a:glow rad="101600">
                    <a:schemeClr val="accent2">
                      <a:alpha val="60000"/>
                    </a:schemeClr>
                  </a:glow>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AEADCEB-623E-9BA3-BDA8-99135E5233DC}"/>
                    </a:ext>
                  </a:extLst>
                </p:cNvPr>
                <p:cNvSpPr txBox="1"/>
                <p:nvPr/>
              </p:nvSpPr>
              <p:spPr>
                <a:xfrm>
                  <a:off x="1432445" y="2709319"/>
                  <a:ext cx="643125" cy="307777"/>
                </a:xfrm>
                <a:prstGeom prst="rect">
                  <a:avLst/>
                </a:prstGeom>
                <a:noFill/>
              </p:spPr>
              <p:txBody>
                <a:bodyPr wrap="none" rtlCol="0">
                  <a:spAutoFit/>
                </a:bodyPr>
                <a:lstStyle/>
                <a:p>
                  <a:r>
                    <a:rPr lang="en-US" sz="1400" dirty="0">
                      <a:solidFill>
                        <a:schemeClr val="accent2">
                          <a:lumMod val="20000"/>
                          <a:lumOff val="80000"/>
                        </a:schemeClr>
                      </a:solidFill>
                      <a:latin typeface="Times New Roman" panose="02020603050405020304" pitchFamily="18" charset="0"/>
                      <a:cs typeface="Times New Roman" panose="02020603050405020304" pitchFamily="18" charset="0"/>
                    </a:rPr>
                    <a:t>USER</a:t>
                  </a:r>
                </a:p>
              </p:txBody>
            </p:sp>
          </p:grpSp>
          <p:cxnSp>
            <p:nvCxnSpPr>
              <p:cNvPr id="9" name="Straight Arrow Connector 8">
                <a:extLst>
                  <a:ext uri="{FF2B5EF4-FFF2-40B4-BE49-F238E27FC236}">
                    <a16:creationId xmlns:a16="http://schemas.microsoft.com/office/drawing/2014/main" id="{A0A064A4-609C-F0A2-8DE9-5C4A65546184}"/>
                  </a:ext>
                </a:extLst>
              </p:cNvPr>
              <p:cNvCxnSpPr>
                <a:cxnSpLocks/>
              </p:cNvCxnSpPr>
              <p:nvPr/>
            </p:nvCxnSpPr>
            <p:spPr>
              <a:xfrm>
                <a:off x="5742432" y="2410206"/>
                <a:ext cx="2249424" cy="0"/>
              </a:xfrm>
              <a:prstGeom prst="straightConnector1">
                <a:avLst/>
              </a:prstGeom>
              <a:ln w="1905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A96E1C84-3DC5-D1E9-A032-CE20C4ABEE40}"/>
                  </a:ext>
                </a:extLst>
              </p:cNvPr>
              <p:cNvGrpSpPr/>
              <p:nvPr/>
            </p:nvGrpSpPr>
            <p:grpSpPr>
              <a:xfrm>
                <a:off x="7991856" y="1754957"/>
                <a:ext cx="1328928" cy="1534739"/>
                <a:chOff x="6096000" y="2625161"/>
                <a:chExt cx="1441323" cy="1771650"/>
              </a:xfrm>
            </p:grpSpPr>
            <p:pic>
              <p:nvPicPr>
                <p:cNvPr id="12" name="Picture 11">
                  <a:extLst>
                    <a:ext uri="{FF2B5EF4-FFF2-40B4-BE49-F238E27FC236}">
                      <a16:creationId xmlns:a16="http://schemas.microsoft.com/office/drawing/2014/main" id="{1A3F1E8B-73A4-3855-0F92-E96FAE0157EB}"/>
                    </a:ext>
                  </a:extLst>
                </p:cNvPr>
                <p:cNvPicPr>
                  <a:picLocks noChangeAspect="1"/>
                </p:cNvPicPr>
                <p:nvPr/>
              </p:nvPicPr>
              <p:blipFill>
                <a:blip r:embed="rId3"/>
                <a:stretch>
                  <a:fillRect/>
                </a:stretch>
              </p:blipFill>
              <p:spPr>
                <a:xfrm>
                  <a:off x="6096000" y="2625161"/>
                  <a:ext cx="1441323" cy="1771650"/>
                </a:xfrm>
                <a:prstGeom prst="rect">
                  <a:avLst/>
                </a:prstGeom>
              </p:spPr>
            </p:pic>
            <p:sp>
              <p:nvSpPr>
                <p:cNvPr id="13" name="TextBox 12">
                  <a:extLst>
                    <a:ext uri="{FF2B5EF4-FFF2-40B4-BE49-F238E27FC236}">
                      <a16:creationId xmlns:a16="http://schemas.microsoft.com/office/drawing/2014/main" id="{8C3C1818-0A9F-6885-D2D0-CD0F26A46CAD}"/>
                    </a:ext>
                  </a:extLst>
                </p:cNvPr>
                <p:cNvSpPr txBox="1"/>
                <p:nvPr/>
              </p:nvSpPr>
              <p:spPr>
                <a:xfrm>
                  <a:off x="6382512" y="3904488"/>
                  <a:ext cx="1115568" cy="400110"/>
                </a:xfrm>
                <a:prstGeom prst="rect">
                  <a:avLst/>
                </a:prstGeom>
                <a:noFill/>
              </p:spPr>
              <p:txBody>
                <a:bodyPr wrap="square" rtlCol="0">
                  <a:spAutoFit/>
                </a:bodyPr>
                <a:lstStyle/>
                <a:p>
                  <a:r>
                    <a:rPr lang="en-US" sz="1000" dirty="0"/>
                    <a:t> EcuAppM_Cfg</a:t>
                  </a:r>
                </a:p>
                <a:p>
                  <a:r>
                    <a:rPr lang="en-US" sz="1000" dirty="0"/>
                    <a:t>      &lt;.h/.c&gt;</a:t>
                  </a:r>
                </a:p>
              </p:txBody>
            </p:sp>
          </p:grpSp>
          <p:cxnSp>
            <p:nvCxnSpPr>
              <p:cNvPr id="19" name="Straight Arrow Connector 18">
                <a:extLst>
                  <a:ext uri="{FF2B5EF4-FFF2-40B4-BE49-F238E27FC236}">
                    <a16:creationId xmlns:a16="http://schemas.microsoft.com/office/drawing/2014/main" id="{626EFB95-F40D-95C7-7111-2291F94412D0}"/>
                  </a:ext>
                </a:extLst>
              </p:cNvPr>
              <p:cNvCxnSpPr>
                <a:cxnSpLocks/>
                <a:endCxn id="4" idx="1"/>
              </p:cNvCxnSpPr>
              <p:nvPr/>
            </p:nvCxnSpPr>
            <p:spPr>
              <a:xfrm>
                <a:off x="2046992" y="2535817"/>
                <a:ext cx="992427" cy="0"/>
              </a:xfrm>
              <a:prstGeom prst="straightConnector1">
                <a:avLst/>
              </a:prstGeom>
              <a:ln w="1905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04ED0827-0716-1A2B-C5C5-1BC42F1BFC23}"/>
                  </a:ext>
                </a:extLst>
              </p:cNvPr>
              <p:cNvSpPr/>
              <p:nvPr/>
            </p:nvSpPr>
            <p:spPr>
              <a:xfrm>
                <a:off x="3068853" y="2275423"/>
                <a:ext cx="784413" cy="409086"/>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latin typeface="Times New Roman" panose="02020603050405020304" pitchFamily="18" charset="0"/>
                    <a:cs typeface="Times New Roman" panose="02020603050405020304" pitchFamily="18" charset="0"/>
                  </a:rPr>
                  <a:t>GUI </a:t>
                </a:r>
              </a:p>
              <a:p>
                <a:pPr algn="ctr"/>
                <a:r>
                  <a:rPr lang="en-US" sz="900" b="1" dirty="0">
                    <a:latin typeface="Times New Roman" panose="02020603050405020304" pitchFamily="18" charset="0"/>
                    <a:cs typeface="Times New Roman" panose="02020603050405020304" pitchFamily="18" charset="0"/>
                  </a:rPr>
                  <a:t>Interface</a:t>
                </a:r>
              </a:p>
            </p:txBody>
          </p:sp>
          <p:sp>
            <p:nvSpPr>
              <p:cNvPr id="32" name="Rectangle 31">
                <a:extLst>
                  <a:ext uri="{FF2B5EF4-FFF2-40B4-BE49-F238E27FC236}">
                    <a16:creationId xmlns:a16="http://schemas.microsoft.com/office/drawing/2014/main" id="{40EC5C9F-C9E8-CCBA-CFF0-830F23E9DE20}"/>
                  </a:ext>
                </a:extLst>
              </p:cNvPr>
              <p:cNvSpPr/>
              <p:nvPr/>
            </p:nvSpPr>
            <p:spPr>
              <a:xfrm>
                <a:off x="4877035" y="2253996"/>
                <a:ext cx="784413" cy="409086"/>
              </a:xfrm>
              <a:prstGeom prst="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latin typeface="Times New Roman" panose="02020603050405020304" pitchFamily="18" charset="0"/>
                    <a:cs typeface="Times New Roman" panose="02020603050405020304" pitchFamily="18" charset="0"/>
                  </a:rPr>
                  <a:t>Code</a:t>
                </a:r>
              </a:p>
              <a:p>
                <a:pPr algn="ctr"/>
                <a:r>
                  <a:rPr lang="en-US" sz="900" b="1" dirty="0">
                    <a:latin typeface="Times New Roman" panose="02020603050405020304" pitchFamily="18" charset="0"/>
                    <a:cs typeface="Times New Roman" panose="02020603050405020304" pitchFamily="18" charset="0"/>
                  </a:rPr>
                  <a:t>Generator</a:t>
                </a:r>
              </a:p>
            </p:txBody>
          </p:sp>
          <p:pic>
            <p:nvPicPr>
              <p:cNvPr id="34" name="Picture 33">
                <a:extLst>
                  <a:ext uri="{FF2B5EF4-FFF2-40B4-BE49-F238E27FC236}">
                    <a16:creationId xmlns:a16="http://schemas.microsoft.com/office/drawing/2014/main" id="{4FCB5928-4210-59DB-C7B5-5D73EF4B2CD3}"/>
                  </a:ext>
                </a:extLst>
              </p:cNvPr>
              <p:cNvPicPr>
                <a:picLocks noChangeAspect="1"/>
              </p:cNvPicPr>
              <p:nvPr/>
            </p:nvPicPr>
            <p:blipFill>
              <a:blip r:embed="rId4"/>
              <a:stretch>
                <a:fillRect/>
              </a:stretch>
            </p:blipFill>
            <p:spPr>
              <a:xfrm>
                <a:off x="4169511" y="2271935"/>
                <a:ext cx="373587" cy="421718"/>
              </a:xfrm>
              <a:prstGeom prst="rect">
                <a:avLst/>
              </a:prstGeom>
            </p:spPr>
          </p:pic>
          <p:cxnSp>
            <p:nvCxnSpPr>
              <p:cNvPr id="36" name="Straight Arrow Connector 35">
                <a:extLst>
                  <a:ext uri="{FF2B5EF4-FFF2-40B4-BE49-F238E27FC236}">
                    <a16:creationId xmlns:a16="http://schemas.microsoft.com/office/drawing/2014/main" id="{EAFB7365-1043-8B0B-1F74-628A332A6E10}"/>
                  </a:ext>
                </a:extLst>
              </p:cNvPr>
              <p:cNvCxnSpPr>
                <a:stCxn id="31" idx="3"/>
                <a:endCxn id="34" idx="1"/>
              </p:cNvCxnSpPr>
              <p:nvPr/>
            </p:nvCxnSpPr>
            <p:spPr>
              <a:xfrm>
                <a:off x="3853266" y="2479966"/>
                <a:ext cx="316245" cy="2828"/>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cxnSp>
          <p:nvCxnSpPr>
            <p:cNvPr id="37" name="Straight Arrow Connector 36">
              <a:extLst>
                <a:ext uri="{FF2B5EF4-FFF2-40B4-BE49-F238E27FC236}">
                  <a16:creationId xmlns:a16="http://schemas.microsoft.com/office/drawing/2014/main" id="{699DE5F3-EF3C-CCFC-8174-8CD2247DDF1A}"/>
                </a:ext>
              </a:extLst>
            </p:cNvPr>
            <p:cNvCxnSpPr>
              <a:cxnSpLocks/>
              <a:stCxn id="34" idx="3"/>
            </p:cNvCxnSpPr>
            <p:nvPr/>
          </p:nvCxnSpPr>
          <p:spPr>
            <a:xfrm flipV="1">
              <a:off x="4543098" y="2476097"/>
              <a:ext cx="335299" cy="6697"/>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sp>
        <p:nvSpPr>
          <p:cNvPr id="63" name="TextBox 62">
            <a:extLst>
              <a:ext uri="{FF2B5EF4-FFF2-40B4-BE49-F238E27FC236}">
                <a16:creationId xmlns:a16="http://schemas.microsoft.com/office/drawing/2014/main" id="{5C300E13-5BB5-476D-AE2A-A1C71EE5E5BC}"/>
              </a:ext>
            </a:extLst>
          </p:cNvPr>
          <p:cNvSpPr txBox="1"/>
          <p:nvPr/>
        </p:nvSpPr>
        <p:spPr>
          <a:xfrm>
            <a:off x="717135" y="4333306"/>
            <a:ext cx="10384372" cy="646331"/>
          </a:xfrm>
          <a:prstGeom prst="rect">
            <a:avLst/>
          </a:prstGeom>
          <a:noFill/>
        </p:spPr>
        <p:txBody>
          <a:bodyPr wrap="square">
            <a:spAutoFit/>
          </a:bodyPr>
          <a:lstStyle/>
          <a:p>
            <a:r>
              <a:rPr lang="en-US" dirty="0">
                <a:solidFill>
                  <a:schemeClr val="bg1"/>
                </a:solidFill>
                <a:latin typeface="Times New Roman" panose="02020603050405020304" pitchFamily="18" charset="0"/>
                <a:cs typeface="Times New Roman" panose="02020603050405020304" pitchFamily="18" charset="0"/>
              </a:rPr>
              <a:t>Currently the XML to Code generator is developed to auto generate the configuration files.</a:t>
            </a:r>
          </a:p>
          <a:p>
            <a:r>
              <a:rPr lang="en-US" dirty="0">
                <a:solidFill>
                  <a:schemeClr val="bg1"/>
                </a:solidFill>
                <a:latin typeface="Times New Roman" panose="02020603050405020304" pitchFamily="18" charset="0"/>
                <a:cs typeface="Times New Roman" panose="02020603050405020304" pitchFamily="18" charset="0"/>
              </a:rPr>
              <a:t> </a:t>
            </a:r>
            <a:endParaRPr lang="en-US" dirty="0">
              <a:solidFill>
                <a:schemeClr val="bg1"/>
              </a:solidFill>
            </a:endParaRPr>
          </a:p>
        </p:txBody>
      </p:sp>
    </p:spTree>
    <p:extLst>
      <p:ext uri="{BB962C8B-B14F-4D97-AF65-F5344CB8AC3E}">
        <p14:creationId xmlns:p14="http://schemas.microsoft.com/office/powerpoint/2010/main" val="1266960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46B07-47C7-44FF-01B4-2D2D227906D8}"/>
              </a:ext>
            </a:extLst>
          </p:cNvPr>
          <p:cNvSpPr>
            <a:spLocks noGrp="1"/>
          </p:cNvSpPr>
          <p:nvPr>
            <p:ph type="title"/>
          </p:nvPr>
        </p:nvSpPr>
        <p:spPr/>
        <p:txBody>
          <a:bodyPr/>
          <a:lstStyle/>
          <a:p>
            <a:r>
              <a:rPr lang="en-US" sz="1400" dirty="0"/>
              <a:t> </a:t>
            </a:r>
            <a:r>
              <a:rPr lang="en-US" sz="2400" dirty="0">
                <a:latin typeface="Times New Roman" panose="02020603050405020304" pitchFamily="18" charset="0"/>
                <a:cs typeface="Times New Roman" panose="02020603050405020304" pitchFamily="18" charset="0"/>
              </a:rPr>
              <a:t>EcuAppM – Configurator </a:t>
            </a:r>
          </a:p>
        </p:txBody>
      </p:sp>
      <p:sp>
        <p:nvSpPr>
          <p:cNvPr id="3" name="Slide Number Placeholder 2">
            <a:extLst>
              <a:ext uri="{FF2B5EF4-FFF2-40B4-BE49-F238E27FC236}">
                <a16:creationId xmlns:a16="http://schemas.microsoft.com/office/drawing/2014/main" id="{0455E7A8-20FC-7FD7-7E74-9BFB15AA5828}"/>
              </a:ext>
            </a:extLst>
          </p:cNvPr>
          <p:cNvSpPr>
            <a:spLocks noGrp="1"/>
          </p:cNvSpPr>
          <p:nvPr>
            <p:ph type="sldNum" sz="quarter" idx="11"/>
          </p:nvPr>
        </p:nvSpPr>
        <p:spPr/>
        <p:txBody>
          <a:bodyPr/>
          <a:lstStyle/>
          <a:p>
            <a:pPr>
              <a:defRPr/>
            </a:pPr>
            <a:fld id="{976FD3BF-6627-4C73-B326-16A2F7B5A470}" type="slidenum">
              <a:rPr lang="en-US" smtClean="0"/>
              <a:pPr>
                <a:defRPr/>
              </a:pPr>
              <a:t>16</a:t>
            </a:fld>
            <a:endParaRPr lang="en-US" dirty="0"/>
          </a:p>
        </p:txBody>
      </p:sp>
      <p:sp>
        <p:nvSpPr>
          <p:cNvPr id="61" name="TextBox 60">
            <a:extLst>
              <a:ext uri="{FF2B5EF4-FFF2-40B4-BE49-F238E27FC236}">
                <a16:creationId xmlns:a16="http://schemas.microsoft.com/office/drawing/2014/main" id="{C5125525-D738-4129-D0E8-945004C789F6}"/>
              </a:ext>
            </a:extLst>
          </p:cNvPr>
          <p:cNvSpPr txBox="1"/>
          <p:nvPr/>
        </p:nvSpPr>
        <p:spPr>
          <a:xfrm>
            <a:off x="3265688" y="610374"/>
            <a:ext cx="2617435" cy="338554"/>
          </a:xfrm>
          <a:prstGeom prst="rect">
            <a:avLst/>
          </a:prstGeom>
          <a:noFill/>
        </p:spPr>
        <p:txBody>
          <a:bodyPr wrap="square">
            <a:spAutoFit/>
          </a:bodyPr>
          <a:lstStyle/>
          <a:p>
            <a:r>
              <a:rPr lang="en-US" sz="1600" dirty="0">
                <a:solidFill>
                  <a:schemeClr val="accent2">
                    <a:lumMod val="20000"/>
                    <a:lumOff val="80000"/>
                  </a:schemeClr>
                </a:solidFill>
                <a:latin typeface="Times New Roman" panose="02020603050405020304" pitchFamily="18" charset="0"/>
                <a:cs typeface="Times New Roman" panose="02020603050405020304" pitchFamily="18" charset="0"/>
              </a:rPr>
              <a:t>Configuration description file</a:t>
            </a:r>
            <a:endParaRPr lang="en-US" sz="1600" dirty="0">
              <a:solidFill>
                <a:schemeClr val="bg1"/>
              </a:solidFill>
            </a:endParaRPr>
          </a:p>
        </p:txBody>
      </p:sp>
      <p:grpSp>
        <p:nvGrpSpPr>
          <p:cNvPr id="8" name="Group 7">
            <a:extLst>
              <a:ext uri="{FF2B5EF4-FFF2-40B4-BE49-F238E27FC236}">
                <a16:creationId xmlns:a16="http://schemas.microsoft.com/office/drawing/2014/main" id="{CB5EDA88-EA7E-258F-681E-4C04A5A7AE43}"/>
              </a:ext>
            </a:extLst>
          </p:cNvPr>
          <p:cNvGrpSpPr/>
          <p:nvPr/>
        </p:nvGrpSpPr>
        <p:grpSpPr>
          <a:xfrm>
            <a:off x="2549230" y="948928"/>
            <a:ext cx="4050353" cy="5625885"/>
            <a:chOff x="4303234" y="706358"/>
            <a:chExt cx="3779133" cy="6791208"/>
          </a:xfrm>
        </p:grpSpPr>
        <p:pic>
          <p:nvPicPr>
            <p:cNvPr id="5" name="Picture 4">
              <a:extLst>
                <a:ext uri="{FF2B5EF4-FFF2-40B4-BE49-F238E27FC236}">
                  <a16:creationId xmlns:a16="http://schemas.microsoft.com/office/drawing/2014/main" id="{8531E311-0349-573D-8196-665761345E71}"/>
                </a:ext>
              </a:extLst>
            </p:cNvPr>
            <p:cNvPicPr>
              <a:picLocks noChangeAspect="1"/>
            </p:cNvPicPr>
            <p:nvPr/>
          </p:nvPicPr>
          <p:blipFill>
            <a:blip r:embed="rId2"/>
            <a:stretch>
              <a:fillRect/>
            </a:stretch>
          </p:blipFill>
          <p:spPr>
            <a:xfrm>
              <a:off x="4303234" y="706358"/>
              <a:ext cx="3779133" cy="3276705"/>
            </a:xfrm>
            <a:prstGeom prst="rect">
              <a:avLst/>
            </a:prstGeom>
          </p:spPr>
        </p:pic>
        <p:pic>
          <p:nvPicPr>
            <p:cNvPr id="7" name="Picture 6">
              <a:extLst>
                <a:ext uri="{FF2B5EF4-FFF2-40B4-BE49-F238E27FC236}">
                  <a16:creationId xmlns:a16="http://schemas.microsoft.com/office/drawing/2014/main" id="{F6228851-0CBB-7EB2-0788-5B3EFC94ACD1}"/>
                </a:ext>
              </a:extLst>
            </p:cNvPr>
            <p:cNvPicPr>
              <a:picLocks noChangeAspect="1"/>
            </p:cNvPicPr>
            <p:nvPr/>
          </p:nvPicPr>
          <p:blipFill>
            <a:blip r:embed="rId3"/>
            <a:stretch>
              <a:fillRect/>
            </a:stretch>
          </p:blipFill>
          <p:spPr>
            <a:xfrm>
              <a:off x="4303234" y="3983063"/>
              <a:ext cx="3779133" cy="3514503"/>
            </a:xfrm>
            <a:prstGeom prst="rect">
              <a:avLst/>
            </a:prstGeom>
          </p:spPr>
        </p:pic>
      </p:grpSp>
    </p:spTree>
    <p:extLst>
      <p:ext uri="{BB962C8B-B14F-4D97-AF65-F5344CB8AC3E}">
        <p14:creationId xmlns:p14="http://schemas.microsoft.com/office/powerpoint/2010/main" val="6964907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46B07-47C7-44FF-01B4-2D2D227906D8}"/>
              </a:ext>
            </a:extLst>
          </p:cNvPr>
          <p:cNvSpPr>
            <a:spLocks noGrp="1"/>
          </p:cNvSpPr>
          <p:nvPr>
            <p:ph type="title"/>
          </p:nvPr>
        </p:nvSpPr>
        <p:spPr/>
        <p:txBody>
          <a:bodyPr/>
          <a:lstStyle/>
          <a:p>
            <a:r>
              <a:rPr lang="en-US" sz="1400" dirty="0"/>
              <a:t> </a:t>
            </a:r>
            <a:r>
              <a:rPr lang="en-US" sz="2400" dirty="0">
                <a:latin typeface="Times New Roman" panose="02020603050405020304" pitchFamily="18" charset="0"/>
                <a:cs typeface="Times New Roman" panose="02020603050405020304" pitchFamily="18" charset="0"/>
              </a:rPr>
              <a:t>EcuAppM – Model-In-Loop Simulation </a:t>
            </a:r>
          </a:p>
        </p:txBody>
      </p:sp>
      <p:sp>
        <p:nvSpPr>
          <p:cNvPr id="3" name="Slide Number Placeholder 2">
            <a:extLst>
              <a:ext uri="{FF2B5EF4-FFF2-40B4-BE49-F238E27FC236}">
                <a16:creationId xmlns:a16="http://schemas.microsoft.com/office/drawing/2014/main" id="{0455E7A8-20FC-7FD7-7E74-9BFB15AA5828}"/>
              </a:ext>
            </a:extLst>
          </p:cNvPr>
          <p:cNvSpPr>
            <a:spLocks noGrp="1"/>
          </p:cNvSpPr>
          <p:nvPr>
            <p:ph type="sldNum" sz="quarter" idx="11"/>
          </p:nvPr>
        </p:nvSpPr>
        <p:spPr/>
        <p:txBody>
          <a:bodyPr/>
          <a:lstStyle/>
          <a:p>
            <a:pPr>
              <a:defRPr/>
            </a:pPr>
            <a:fld id="{976FD3BF-6627-4C73-B326-16A2F7B5A470}" type="slidenum">
              <a:rPr lang="en-US" smtClean="0"/>
              <a:pPr>
                <a:defRPr/>
              </a:pPr>
              <a:t>17</a:t>
            </a:fld>
            <a:endParaRPr lang="en-US" dirty="0"/>
          </a:p>
        </p:txBody>
      </p:sp>
      <p:sp>
        <p:nvSpPr>
          <p:cNvPr id="61" name="TextBox 60">
            <a:extLst>
              <a:ext uri="{FF2B5EF4-FFF2-40B4-BE49-F238E27FC236}">
                <a16:creationId xmlns:a16="http://schemas.microsoft.com/office/drawing/2014/main" id="{C5125525-D738-4129-D0E8-945004C789F6}"/>
              </a:ext>
            </a:extLst>
          </p:cNvPr>
          <p:cNvSpPr txBox="1"/>
          <p:nvPr/>
        </p:nvSpPr>
        <p:spPr>
          <a:xfrm>
            <a:off x="700718" y="742110"/>
            <a:ext cx="8683506" cy="584775"/>
          </a:xfrm>
          <a:prstGeom prst="rect">
            <a:avLst/>
          </a:prstGeom>
          <a:noFill/>
        </p:spPr>
        <p:txBody>
          <a:bodyPr wrap="square">
            <a:spAutoFit/>
          </a:bodyPr>
          <a:lstStyle/>
          <a:p>
            <a:r>
              <a:rPr lang="en-US" sz="1600" dirty="0">
                <a:solidFill>
                  <a:schemeClr val="accent2">
                    <a:lumMod val="20000"/>
                    <a:lumOff val="80000"/>
                  </a:schemeClr>
                </a:solidFill>
                <a:latin typeface="Times New Roman" panose="02020603050405020304" pitchFamily="18" charset="0"/>
                <a:cs typeface="Times New Roman" panose="02020603050405020304" pitchFamily="18" charset="0"/>
              </a:rPr>
              <a:t>EcuAppM state machine designed in Simulink and Stateflow. The model simulated using test vectors.</a:t>
            </a:r>
          </a:p>
          <a:p>
            <a:r>
              <a:rPr lang="en-US" sz="1600" dirty="0">
                <a:solidFill>
                  <a:schemeClr val="accent2">
                    <a:lumMod val="20000"/>
                    <a:lumOff val="80000"/>
                  </a:schemeClr>
                </a:solidFill>
                <a:latin typeface="Times New Roman" panose="02020603050405020304" pitchFamily="18" charset="0"/>
                <a:cs typeface="Times New Roman" panose="02020603050405020304" pitchFamily="18" charset="0"/>
              </a:rPr>
              <a:t>Please find below test vectors and results. </a:t>
            </a:r>
            <a:endParaRPr lang="en-US" sz="1600" dirty="0">
              <a:solidFill>
                <a:schemeClr val="bg1"/>
              </a:solidFill>
            </a:endParaRPr>
          </a:p>
        </p:txBody>
      </p:sp>
      <p:graphicFrame>
        <p:nvGraphicFramePr>
          <p:cNvPr id="6" name="Object 5">
            <a:extLst>
              <a:ext uri="{FF2B5EF4-FFF2-40B4-BE49-F238E27FC236}">
                <a16:creationId xmlns:a16="http://schemas.microsoft.com/office/drawing/2014/main" id="{41D96783-908F-ABA9-6A7A-EC7A5B1B5441}"/>
              </a:ext>
            </a:extLst>
          </p:cNvPr>
          <p:cNvGraphicFramePr>
            <a:graphicFrameLocks noChangeAspect="1"/>
          </p:cNvGraphicFramePr>
          <p:nvPr>
            <p:extLst>
              <p:ext uri="{D42A27DB-BD31-4B8C-83A1-F6EECF244321}">
                <p14:modId xmlns:p14="http://schemas.microsoft.com/office/powerpoint/2010/main" val="387248244"/>
              </p:ext>
            </p:extLst>
          </p:nvPr>
        </p:nvGraphicFramePr>
        <p:xfrm>
          <a:off x="8927023" y="2299501"/>
          <a:ext cx="1038388" cy="899576"/>
        </p:xfrm>
        <a:graphic>
          <a:graphicData uri="http://schemas.openxmlformats.org/presentationml/2006/ole">
            <mc:AlternateContent xmlns:mc="http://schemas.openxmlformats.org/markup-compatibility/2006">
              <mc:Choice xmlns:v="urn:schemas-microsoft-com:vml" Requires="v">
                <p:oleObj name="Worksheet" showAsIcon="1" r:id="rId2" imgW="914400" imgH="792360" progId="Excel.Sheet.12">
                  <p:link updateAutomatic="1"/>
                </p:oleObj>
              </mc:Choice>
              <mc:Fallback>
                <p:oleObj name="Worksheet" showAsIcon="1" r:id="rId2" imgW="914400" imgH="792360" progId="Excel.Sheet.12">
                  <p:link updateAutomatic="1"/>
                  <p:pic>
                    <p:nvPicPr>
                      <p:cNvPr id="0" name=""/>
                      <p:cNvPicPr/>
                      <p:nvPr/>
                    </p:nvPicPr>
                    <p:blipFill>
                      <a:blip r:embed="rId3"/>
                      <a:stretch>
                        <a:fillRect/>
                      </a:stretch>
                    </p:blipFill>
                    <p:spPr>
                      <a:xfrm>
                        <a:off x="8927023" y="2299501"/>
                        <a:ext cx="1038388" cy="899576"/>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423F8175-1EC4-1E41-E300-87ED29CBB069}"/>
              </a:ext>
            </a:extLst>
          </p:cNvPr>
          <p:cNvPicPr>
            <a:picLocks noChangeAspect="1"/>
          </p:cNvPicPr>
          <p:nvPr/>
        </p:nvPicPr>
        <p:blipFill>
          <a:blip r:embed="rId4"/>
          <a:stretch>
            <a:fillRect/>
          </a:stretch>
        </p:blipFill>
        <p:spPr>
          <a:xfrm>
            <a:off x="794646" y="1573077"/>
            <a:ext cx="7233476" cy="4313064"/>
          </a:xfrm>
          <a:prstGeom prst="rect">
            <a:avLst/>
          </a:prstGeom>
        </p:spPr>
      </p:pic>
      <p:sp>
        <p:nvSpPr>
          <p:cNvPr id="11" name="TextBox 10">
            <a:extLst>
              <a:ext uri="{FF2B5EF4-FFF2-40B4-BE49-F238E27FC236}">
                <a16:creationId xmlns:a16="http://schemas.microsoft.com/office/drawing/2014/main" id="{74E84D1C-BC24-CA82-1B58-86A0D7207AD9}"/>
              </a:ext>
            </a:extLst>
          </p:cNvPr>
          <p:cNvSpPr txBox="1"/>
          <p:nvPr/>
        </p:nvSpPr>
        <p:spPr>
          <a:xfrm>
            <a:off x="8880529" y="2673448"/>
            <a:ext cx="13034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Test Results</a:t>
            </a:r>
          </a:p>
        </p:txBody>
      </p:sp>
    </p:spTree>
    <p:extLst>
      <p:ext uri="{BB962C8B-B14F-4D97-AF65-F5344CB8AC3E}">
        <p14:creationId xmlns:p14="http://schemas.microsoft.com/office/powerpoint/2010/main" val="14859938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46B07-47C7-44FF-01B4-2D2D227906D8}"/>
              </a:ext>
            </a:extLst>
          </p:cNvPr>
          <p:cNvSpPr>
            <a:spLocks noGrp="1"/>
          </p:cNvSpPr>
          <p:nvPr>
            <p:ph type="title"/>
          </p:nvPr>
        </p:nvSpPr>
        <p:spPr/>
        <p:txBody>
          <a:bodyPr/>
          <a:lstStyle/>
          <a:p>
            <a:r>
              <a:rPr lang="en-US" sz="1400" dirty="0"/>
              <a:t> </a:t>
            </a:r>
            <a:r>
              <a:rPr lang="en-US" sz="2400" dirty="0">
                <a:latin typeface="Times New Roman" panose="02020603050405020304" pitchFamily="18" charset="0"/>
                <a:cs typeface="Times New Roman" panose="02020603050405020304" pitchFamily="18" charset="0"/>
              </a:rPr>
              <a:t>EcuAppM  </a:t>
            </a:r>
          </a:p>
        </p:txBody>
      </p:sp>
      <p:sp>
        <p:nvSpPr>
          <p:cNvPr id="3" name="Slide Number Placeholder 2">
            <a:extLst>
              <a:ext uri="{FF2B5EF4-FFF2-40B4-BE49-F238E27FC236}">
                <a16:creationId xmlns:a16="http://schemas.microsoft.com/office/drawing/2014/main" id="{0455E7A8-20FC-7FD7-7E74-9BFB15AA5828}"/>
              </a:ext>
            </a:extLst>
          </p:cNvPr>
          <p:cNvSpPr>
            <a:spLocks noGrp="1"/>
          </p:cNvSpPr>
          <p:nvPr>
            <p:ph type="sldNum" sz="quarter" idx="11"/>
          </p:nvPr>
        </p:nvSpPr>
        <p:spPr/>
        <p:txBody>
          <a:bodyPr/>
          <a:lstStyle/>
          <a:p>
            <a:pPr>
              <a:defRPr/>
            </a:pPr>
            <a:fld id="{976FD3BF-6627-4C73-B326-16A2F7B5A470}" type="slidenum">
              <a:rPr lang="en-US" smtClean="0"/>
              <a:pPr>
                <a:defRPr/>
              </a:pPr>
              <a:t>18</a:t>
            </a:fld>
            <a:endParaRPr lang="en-US" dirty="0"/>
          </a:p>
        </p:txBody>
      </p:sp>
      <p:sp>
        <p:nvSpPr>
          <p:cNvPr id="61" name="TextBox 60">
            <a:extLst>
              <a:ext uri="{FF2B5EF4-FFF2-40B4-BE49-F238E27FC236}">
                <a16:creationId xmlns:a16="http://schemas.microsoft.com/office/drawing/2014/main" id="{C5125525-D738-4129-D0E8-945004C789F6}"/>
              </a:ext>
            </a:extLst>
          </p:cNvPr>
          <p:cNvSpPr txBox="1"/>
          <p:nvPr/>
        </p:nvSpPr>
        <p:spPr>
          <a:xfrm>
            <a:off x="4134820" y="2679397"/>
            <a:ext cx="2617435" cy="461665"/>
          </a:xfrm>
          <a:prstGeom prst="rect">
            <a:avLst/>
          </a:prstGeom>
          <a:noFill/>
        </p:spPr>
        <p:txBody>
          <a:bodyPr wrap="square">
            <a:spAutoFit/>
          </a:bodyPr>
          <a:lstStyle/>
          <a:p>
            <a:r>
              <a:rPr lang="en-US" sz="1600" dirty="0">
                <a:solidFill>
                  <a:schemeClr val="accent2">
                    <a:lumMod val="20000"/>
                    <a:lumOff val="80000"/>
                  </a:schemeClr>
                </a:solidFill>
                <a:latin typeface="Times New Roman" panose="02020603050405020304" pitchFamily="18" charset="0"/>
                <a:cs typeface="Times New Roman" panose="02020603050405020304" pitchFamily="18" charset="0"/>
              </a:rPr>
              <a:t>       </a:t>
            </a:r>
            <a:r>
              <a:rPr lang="en-US" sz="2400" dirty="0">
                <a:solidFill>
                  <a:schemeClr val="accent2">
                    <a:lumMod val="20000"/>
                    <a:lumOff val="80000"/>
                  </a:schemeClr>
                </a:solidFill>
                <a:latin typeface="Times New Roman" panose="02020603050405020304" pitchFamily="18" charset="0"/>
                <a:cs typeface="Times New Roman" panose="02020603050405020304" pitchFamily="18" charset="0"/>
              </a:rPr>
              <a:t>Q &amp; A</a:t>
            </a:r>
            <a:endParaRPr lang="en-US" sz="2400" dirty="0">
              <a:solidFill>
                <a:schemeClr val="bg1"/>
              </a:solidFill>
            </a:endParaRPr>
          </a:p>
        </p:txBody>
      </p:sp>
    </p:spTree>
    <p:extLst>
      <p:ext uri="{BB962C8B-B14F-4D97-AF65-F5344CB8AC3E}">
        <p14:creationId xmlns:p14="http://schemas.microsoft.com/office/powerpoint/2010/main" val="26733378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5.3.3511"/>
  <p:tag name="SLIDO_PRESENTATION_ID" val="00000000-0000-0000-0000-000000000000"/>
  <p:tag name="SLIDO_EVENT_UUID" val="f1111afd-b2c5-4d37-b0bb-a3fb0b2a688f"/>
  <p:tag name="SLIDO_EVENT_SECTION_UUID" val="70cd518e-a9b7-4c7d-ad6f-1b21ffa73fa1"/>
</p:tagLst>
</file>

<file path=ppt/theme/theme1.xml><?xml version="1.0" encoding="utf-8"?>
<a:theme xmlns:a="http://schemas.openxmlformats.org/drawingml/2006/main" name="Custom Design">
  <a:themeElements>
    <a:clrScheme name="Custom 2">
      <a:dk1>
        <a:srgbClr val="002060"/>
      </a:dk1>
      <a:lt1>
        <a:sysClr val="window" lastClr="FFFFFF"/>
      </a:lt1>
      <a:dk2>
        <a:srgbClr val="002060"/>
      </a:dk2>
      <a:lt2>
        <a:srgbClr val="E7E6E6"/>
      </a:lt2>
      <a:accent1>
        <a:srgbClr val="4472C4"/>
      </a:accent1>
      <a:accent2>
        <a:srgbClr val="ED7D31"/>
      </a:accent2>
      <a:accent3>
        <a:srgbClr val="A5A5A5"/>
      </a:accent3>
      <a:accent4>
        <a:srgbClr val="FFC000"/>
      </a:accent4>
      <a:accent5>
        <a:srgbClr val="5B9BD5"/>
      </a:accent5>
      <a:accent6>
        <a:srgbClr val="70AD47"/>
      </a:accent6>
      <a:hlink>
        <a:srgbClr val="FFFFFF"/>
      </a:hlink>
      <a:folHlink>
        <a:srgbClr val="954F72"/>
      </a:folHlink>
    </a:clrScheme>
    <a:fontScheme name="Visteon Tech Template Fonts">
      <a:majorFont>
        <a:latin typeface="Bahnschrift"/>
        <a:ea typeface=""/>
        <a:cs typeface=""/>
      </a:majorFont>
      <a:minorFont>
        <a:latin typeface="Bahnschrif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steonTech_Template_April252023.ppt  -  Compatibility Mode" id="{09CBD84D-4999-4F3D-9CE0-A5F20874FF18}" vid="{F0426FA9-076E-49D5-876F-F733B4279392}"/>
    </a:ext>
  </a:extLst>
</a:theme>
</file>

<file path=ppt/theme/theme2.xml><?xml version="1.0" encoding="utf-8"?>
<a:theme xmlns:a="http://schemas.openxmlformats.org/drawingml/2006/main" name="1_Custom Design">
  <a:themeElements>
    <a:clrScheme name="Custom 3">
      <a:dk1>
        <a:srgbClr val="FFFFFF"/>
      </a:dk1>
      <a:lt1>
        <a:sysClr val="window" lastClr="FFFFFF"/>
      </a:lt1>
      <a:dk2>
        <a:srgbClr val="002060"/>
      </a:dk2>
      <a:lt2>
        <a:srgbClr val="E7E6E6"/>
      </a:lt2>
      <a:accent1>
        <a:srgbClr val="4472C4"/>
      </a:accent1>
      <a:accent2>
        <a:srgbClr val="E57200"/>
      </a:accent2>
      <a:accent3>
        <a:srgbClr val="A5A5A5"/>
      </a:accent3>
      <a:accent4>
        <a:srgbClr val="FFC000"/>
      </a:accent4>
      <a:accent5>
        <a:srgbClr val="5B9BD5"/>
      </a:accent5>
      <a:accent6>
        <a:srgbClr val="70AD47"/>
      </a:accent6>
      <a:hlink>
        <a:srgbClr val="FFFFFF"/>
      </a:hlink>
      <a:folHlink>
        <a:srgbClr val="954F72"/>
      </a:folHlink>
    </a:clrScheme>
    <a:fontScheme name="Visteon Tech Template Fonts">
      <a:majorFont>
        <a:latin typeface="Bahnschrift"/>
        <a:ea typeface=""/>
        <a:cs typeface=""/>
      </a:majorFont>
      <a:minorFont>
        <a:latin typeface="Bahnschrif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steonTech_Template_April252023.ppt  -  Compatibility Mode" id="{09CBD84D-4999-4F3D-9CE0-A5F20874FF18}" vid="{F125A4A9-98E9-4E0A-A423-2D295BBDD5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ded08f10-41fe-4a80-9692-14d68958854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01A74ED19552C40B3BAAE792C7ED7F9" ma:contentTypeVersion="14" ma:contentTypeDescription="Create a new document." ma:contentTypeScope="" ma:versionID="cfc4b79a5e6a78f127f95e6cca7119ba">
  <xsd:schema xmlns:xsd="http://www.w3.org/2001/XMLSchema" xmlns:xs="http://www.w3.org/2001/XMLSchema" xmlns:p="http://schemas.microsoft.com/office/2006/metadata/properties" xmlns:ns3="ee2984ca-1c7f-44d5-9fe8-259eaef30357" xmlns:ns4="ded08f10-41fe-4a80-9692-14d689588547" targetNamespace="http://schemas.microsoft.com/office/2006/metadata/properties" ma:root="true" ma:fieldsID="72a242f6e6373b632f6b3a74aa8ba3f1" ns3:_="" ns4:_="">
    <xsd:import namespace="ee2984ca-1c7f-44d5-9fe8-259eaef30357"/>
    <xsd:import namespace="ded08f10-41fe-4a80-9692-14d689588547"/>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AutoKeyPoints" minOccurs="0"/>
                <xsd:element ref="ns4:MediaServiceKeyPoints" minOccurs="0"/>
                <xsd:element ref="ns4:MediaLengthInSeconds" minOccurs="0"/>
                <xsd:element ref="ns4:_activity" minOccurs="0"/>
                <xsd:element ref="ns4: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2984ca-1c7f-44d5-9fe8-259eaef30357"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ed08f10-41fe-4a80-9692-14d689588547"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_activity" ma:index="20" nillable="true" ma:displayName="_activity" ma:hidden="true" ma:internalName="_activity">
      <xsd:simpleType>
        <xsd:restriction base="dms:Note"/>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0A32A9F-AAA2-45BC-A316-9DC5CD935E36}">
  <ds:schemaRefs>
    <ds:schemaRef ds:uri="ee2984ca-1c7f-44d5-9fe8-259eaef30357"/>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ded08f10-41fe-4a80-9692-14d689588547"/>
    <ds:schemaRef ds:uri="http://www.w3.org/XML/1998/namespace"/>
    <ds:schemaRef ds:uri="http://purl.org/dc/dcmitype/"/>
  </ds:schemaRefs>
</ds:datastoreItem>
</file>

<file path=customXml/itemProps2.xml><?xml version="1.0" encoding="utf-8"?>
<ds:datastoreItem xmlns:ds="http://schemas.openxmlformats.org/officeDocument/2006/customXml" ds:itemID="{486DC0FC-9E11-44AB-BE02-70F8E68F231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2984ca-1c7f-44d5-9fe8-259eaef30357"/>
    <ds:schemaRef ds:uri="ded08f10-41fe-4a80-9692-14d68958854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002FB09-87CD-47F2-A6F2-F6B736F8796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VisteonTech_Template_April252023</Template>
  <TotalTime>18923</TotalTime>
  <Words>1248</Words>
  <Application>Microsoft Office PowerPoint</Application>
  <PresentationFormat>Widescreen</PresentationFormat>
  <Paragraphs>250</Paragraphs>
  <Slides>19</Slides>
  <Notes>0</Notes>
  <HiddenSlides>0</HiddenSlides>
  <MMClips>0</MMClips>
  <ScaleCrop>false</ScaleCrop>
  <HeadingPairs>
    <vt:vector size="8" baseType="variant">
      <vt:variant>
        <vt:lpstr>Fonts Used</vt:lpstr>
      </vt:variant>
      <vt:variant>
        <vt:i4>8</vt:i4>
      </vt:variant>
      <vt:variant>
        <vt:lpstr>Theme</vt:lpstr>
      </vt:variant>
      <vt:variant>
        <vt:i4>2</vt:i4>
      </vt:variant>
      <vt:variant>
        <vt:lpstr>Links</vt:lpstr>
      </vt:variant>
      <vt:variant>
        <vt:i4>1</vt:i4>
      </vt:variant>
      <vt:variant>
        <vt:lpstr>Slide Titles</vt:lpstr>
      </vt:variant>
      <vt:variant>
        <vt:i4>19</vt:i4>
      </vt:variant>
    </vt:vector>
  </HeadingPairs>
  <TitlesOfParts>
    <vt:vector size="30" baseType="lpstr">
      <vt:lpstr>Arial</vt:lpstr>
      <vt:lpstr>Bahnschrift</vt:lpstr>
      <vt:lpstr>Calibri</vt:lpstr>
      <vt:lpstr>Consolas Courier</vt:lpstr>
      <vt:lpstr>Neue Haas Grotesk Text Pro</vt:lpstr>
      <vt:lpstr>Times New Roman</vt:lpstr>
      <vt:lpstr>Verdana</vt:lpstr>
      <vt:lpstr>Wingdings</vt:lpstr>
      <vt:lpstr>Custom Design</vt:lpstr>
      <vt:lpstr>1_Custom Design</vt:lpstr>
      <vt:lpstr>C:\Users\akappa\Desktop\Toyota\EcuAppM_MIL_Simulation_Results.xlsx</vt:lpstr>
      <vt:lpstr>PowerPoint Presentation</vt:lpstr>
      <vt:lpstr>Agenda</vt:lpstr>
      <vt:lpstr>Objective</vt:lpstr>
      <vt:lpstr> EcuAppM - Introduction</vt:lpstr>
      <vt:lpstr> EcuAppM – Architecture</vt:lpstr>
      <vt:lpstr> EcuAppM – Architecture Block Diagram</vt:lpstr>
      <vt:lpstr> EcuAppM – State Machine</vt:lpstr>
      <vt:lpstr> EcuAppM - Group Containers</vt:lpstr>
      <vt:lpstr> EcuAppM - Group Container State Transitions</vt:lpstr>
      <vt:lpstr> EcuAppM – Group Container Properties</vt:lpstr>
      <vt:lpstr> EcuAppM – Group Container Properties</vt:lpstr>
      <vt:lpstr> EcuAppM – Group Container Properties</vt:lpstr>
      <vt:lpstr> EcuAppM – Group Container Properties</vt:lpstr>
      <vt:lpstr> EcuAppM – Component Container </vt:lpstr>
      <vt:lpstr> EcuAppM – Component Locality </vt:lpstr>
      <vt:lpstr> EcuAppM – Configurator </vt:lpstr>
      <vt:lpstr> EcuAppM – Configurator </vt:lpstr>
      <vt:lpstr> EcuAppM – Model-In-Loop Simulation </vt:lpstr>
      <vt:lpstr> EcuAppM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Barbaux, Etienne (E.)</dc:creator>
  <cp:lastModifiedBy>Kappa, Anil Kumar (A.)</cp:lastModifiedBy>
  <cp:revision>63</cp:revision>
  <cp:lastPrinted>2023-03-04T19:07:10Z</cp:lastPrinted>
  <dcterms:created xsi:type="dcterms:W3CDTF">2023-05-02T12:01:23Z</dcterms:created>
  <dcterms:modified xsi:type="dcterms:W3CDTF">2023-08-29T05:01:13Z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0x010100501A74ED19552C40B3BAAE792C7ED7F9</vt:lpwstr>
  </property>
  <property fmtid="{D5CDD505-2E9C-101B-9397-08002B2CF9AE}" pid="3" name="SlidoAppVersion">
    <vt:lpwstr>1.5.3.3511</vt:lpwstr>
  </property>
</Properties>
</file>